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58a10f4a-0be1-1864-9458-06d6c54b10bb}">
          <p14:sldIdLst>
            <p14:sldId id="256"/>
            <p14:sldId id="257"/>
            <p14:sldId id="258"/>
            <p14:sldId id="259"/>
          </p14:sldIdLst>
        </p14:section>
        <p14:section name="Теорія Бутлерова" id="{4679b15d-c313-e0db-7965-e8bf74c05bd2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Ізомерія" id="{8fdf4ad2-43ca-0e8c-47a3-ba82c6b0e67a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Міфи і факти" id="{9bfd7b84-5d18-3654-80e9-91d91de32bc5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Закріплення" id="{fb936c71-5980-d8c9-e8ab-d48264886b1d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теорія хімічної будови, основа органічної хімії, і явище ізомерії.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 з лекції: етер і спирт.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перед міфами.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 лекції: теорію хімічної будови створив О. Бутлеров у 1858–1861 рр. Порівняння з «дрімучим лісом» належить Фрідріху Велеру.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положення з лекції. Попросіть студентів своїми словами переказати кожне.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вуглець в органічних сполуках чотиривалентний.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атоми вуглецю можуть сполучатися у ланцюги різних конфігурацій. Саме тому органічних речовин так багато.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 лекції: будову можна записати у розгорнутому або скороченому вигляді. Намалюйте розгорнуту формулу пропану на дошці.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Визначення з лекції.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лекцією. Обидва гази є в балончиках для запальничок і туристичних плиток.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Пари малюють. Підказка: почніть з прямого ланцюга, потім «відщипуйте» по одному атому C у гілочку.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Намалюйте три ізомери пентану на дошці. Кількість ізомерів зростає дуже швидко зі збільшенням числа атомів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три — структурна ізомерія (пов'язана з порядком сполучення атомів, як у лекції). Просторова — для зацікавлення: дзеркальні молекули можуть по-різному пахнути і по-різному діяти як ліки.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розминку №2. Наголосіть на різниці: ізомерія — для сполук, алотропія — для простих речовин.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Теорія хімічної будови органічних сполук О. Бутлерова. Ізомерія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Теорія хімічної будови органічних сполук О. Бутлерова. Ізомерія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2A8C9E">
              <a:alpha val="60000"/>
            </a:srgbClr>
          </a:solidFill>
          <a:ln w="12700">
            <a:solidFill>
              <a:srgbClr val="2A8C9E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Теорія хімічної будови органічних сполук О. Бутлерова. Ізомерія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порядок атомів у молекулі важливіший, ніж здається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1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самих літер можна скласти різні слова: «сон» і «ніс», «кіт» і «тік». Чи можуть з тих самих атомів вийти різні речовини?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Скажіть свою думку: «так» чи «ні» — і чому.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Так! Порядок має значення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C₂H₆O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атоми Карбону, 6 Гідрогену, 1 Оксигену.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Етиловий спирт CH₃–CH₂–OH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рідина, кипить при 78 °C.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Диметиловий етер CH₃–O–CH₃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газ, кипить при −24 °C. Зовсім інша речовина!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властивості залежать не тільки від складу, а й від порядку сполучення атомів. Це головна ідея теорії Бутлерова.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Алмаз і графіт (стрижень олівця) складаються лише з атомів Карбону. Чому алмаз — найтвердіший, а графітом можна писати?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свою версію. Відповідь — наприкінці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Олександр Бутлеров і його теорія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1828–1886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Хімік, професор Казанського університету.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«Дрімучий ліс»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органічну хімію порівнювали з дрімучим лісом: речовин багато, а порядку немає.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1858–1861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Сформулював основні положення теорії хімічної будови — наукову основу органічної хімії.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хімічна будова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Хімічна будова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Певна послідовність сполучення атомів у молекулі відповідно до їхньої валентності.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органічна речовина має лише одну хімічну будову, яку виражає одна структурна формула.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— це «список деталей» (скільки яких атомів).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Будова — це «інструкція зі збирання» (хто з ким і як з'єднаний).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самих деталей LEGO можна зібрати і машинку, і будиночок.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теорії хімічної будови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Атоми сполучені в певному порядку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розташовані в молекулах не безладно, а сполучені хімічними зв'язками у певній послідовності відповідно до валентності.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Властивості залежать від будови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Властивості речовин залежать не лише від якісного і кількісного складу, а й від хімічної будови молекул.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Атоми впливають один на одного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або групи атомів у молекулі взаємно впливають один на одного — безпосередньо або через інші атоми.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Валентність: скільки «рук» має атом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Валентність — здатність атома утворювати певну кількість хімічних зв'язків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Гідроген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— одна «рука»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8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5114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Оксиген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— дві «руки»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1588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Нітроген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— три «руки»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78061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— чотири «руки»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 в органічних сполуках завжди чотиривалентний. Тому від кожного атома C у структурній формулі відходять 4 риски.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Карбону утворюють ланцюги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Нерозгалужений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C–C–C–C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в один ряд. Приклад: бутан.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Розгалужений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C–C(–C)–C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основного ланцюга відходять «гілочки». Приклад: ізобутан.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Циклічний (замкнений)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з'єднані в кільце. Приклад: циклогексан, бензен.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записують формули: на прикладі пропану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5A65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C₃H₈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склад: скільки яких атомів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7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3938" y="146304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H–C–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Структурна (розгорнута)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показано всі зв'язки, кожна риска — один зв'язок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9237" y="146304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CH₃–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Скорочена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CH₃–CH₂–CH₃: показано лише зв'язки між атомами Карбону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Молекулярна формула однакова в ізомерів, а структурна — різна. Тому в органічній хімії потрібні саме структурні формули.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 та ізомерія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Речовини, які мають однаковий склад молекул (однакову молекулярну формулу), але різну хімічну будову, і тому — різні властивості.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Явище існування таких речовин називається ізомерією.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«Ізос» — однаковий, «мерос» — частина. «З однакових частин».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близнюки в однаковому одязі, але з різними характерами: «склад» той самий, а «поведінка» різна.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Бутан і ізобутан: перший відомий приклад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Бутан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C₄H₁₀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CH₃–CH₂–CH₂–CH₃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Нерозгалужений ланцюг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Кипить при ≈ −0,5 °C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8EBF7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B6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Ізобутан (2-метилпропан)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C₄H₁₀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CH₃–CH(CH₃)–CH₃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Розгалужений ланцюг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Кипить при ≈ −12 °C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324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Бутлеров з'ясував: починаючи з бутану, можливий різний порядок сполучення атомів при тому самому складі.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ізомерів має пентан C₅H₁₂? Спробуйте намалювати їхні ланцюги з атомів Карбону.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Малюйте лише «скелет» з атомів C. Пам'ятайте: Карбон має 4 «руки». 3–4 хвилини в парах.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ізомерів — 3. І далі більше!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 пентану C₅H₁₂: пентан, 2-метилбутан, 2,2-диметилпропан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6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ізомерів у декану C₁₀H₂₂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366 319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ізомерів у сполуки C₂₀H₄₂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чому органічних сполук мільйони: з тих самих атомів Карбону і Гідрогену можна «зібрати» величезну кількість різних молекул.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 ізомерії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Ізомерія ланцюга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Різна будова карбонового скелету: бутан і ізобутан.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Ізомерія положення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Однаковий ланцюг, але інше місце групи атомів чи кратного зв'язку.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Міжкласова ізомерія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 належать до різних класів: спирт CH₃–CH₂–OH і етер CH₃–O–CH₃.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Просторова ізомерія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Однаковий порядок атомів, але різне розташування в просторі — як ліва і права рука. Приклад: карвон пахне м'ятою або кмином.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алмаз і графіт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однаковий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алмаз, і графіт складаються лише з атомів Карбону.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Алмаз: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атом міцно з'єднаний з 4 сусідами в об'ємну тривимірну сітку — тому дуже твердий.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Графіт: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утворюють плоскі шари, які слабко тримаються один за одного і легко ковзають — тому ним можна писати.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не ізомерія, а алотропія, але ідея та сама: будова визначає властивості.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«Якщо в речовин однакова молекулярна формула — це та сама речовина»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«Якщо в речовин однакова молекулярна формула — це та сама речовина»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 з однаковою формулою можуть мати різну будову — це ізомери. C₂H₆O — і рідкий етиловий спирт, і газоподібний диметиловий етер.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«Атом Карбону в органічних сполуках завжди чотиривалентний»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A8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«Атом Карбону в органічних сполуках завжди чотиривалентний»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AF4F8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 в органічних сполуках утворює чотири зв'язки. Це одне з основних правил, на якому будуються структурні формули.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«Ізомери відрізняються лише назвою, а властивості в них однакові»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«Ізомери відрізняються лише назвою, а властивості в них однакові»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 — різні речовини з різними властивостями: температурою кипіння, запахом, активністю, дією на організм. Саме це і стверджує друге положення теорії Бутлерова.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пара речовин є ізомерами?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Бутан і ізобутан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Метан і етан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Етанол і вода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Бутан і пропан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пара речовин є ізомерами?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1F5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А) Бутан і ізобутан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Бутан і ізобутан мають однакову формулу C₄H₁₀, але різну будову ланцюга. В інших парах різні молекулярні формули — отже, це не ізомери.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Теорію хімічної будови органічних сполук сформулював О. Бутлеров (1858–1861).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89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3774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в молекулі сполучені в певному порядку відповідно до валентності; Карбон — чотиривалентний.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33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2918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Властивості речовин залежать від складу і від хімічної будови; атоми в молекулі впливають один на одного.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70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42062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 — речовини з однаковим складом, але різною будовою і властивостями (бутан і ізобутан, спирт і етер).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210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51206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Ізомерія пояснює величезне різноманіття органічних сполук.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думка Бутлерова своїми словами:…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Ізомери можна порівняти з…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ще незрозуміло…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три положення теорії хімічної будови.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розгорнуту і скорочену структурні формули бутану та ізобутану.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Намалюйте структурні формули трьох ізомерів пентану C₅H₁₂.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Поясніть, чому етиловий спирт і диметиловий етер — різні речовини.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6324F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C2633"/>
      </a:dk1>
      <a:lt1>
        <a:srgbClr val="FFFFFF"/>
      </a:lt1>
      <a:dk2>
        <a:srgbClr val="16324F"/>
      </a:dk2>
      <a:lt2>
        <a:srgbClr val="EAF4F8"/>
      </a:lt2>
      <a:accent1>
        <a:srgbClr val="1F5F8B"/>
      </a:accent1>
      <a:accent2>
        <a:srgbClr val="8FD3E0"/>
      </a:accent2>
      <a:accent3>
        <a:srgbClr val="F4A261"/>
      </a:accent3>
      <a:accent4>
        <a:srgbClr val="E76F51"/>
      </a:accent4>
      <a:accent5>
        <a:srgbClr val="5B6BB5"/>
      </a:accent5>
      <a:accent6>
        <a:srgbClr val="2A8C9E"/>
      </a:accent6>
      <a:hlink>
        <a:srgbClr val="5B6BB5"/>
      </a:hlink>
      <a:folHlink>
        <a:srgbClr val="1F5F8B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Теорія хімічної будови органічних сполук О. Бутлерова. Ізомерія</dc:title>
  <dc:subject>Природничі науки, 1 курс</dc:subject>
  <dc:creator>Баталова Т. П.</dc:creator>
  <cp:lastModifiedBy>Баталова Т. П.</cp:lastModifiedBy>
  <cp:revision>1</cp:revision>
  <dcterms:created xsi:type="dcterms:W3CDTF">2026-10-03T13:47:50Z</dcterms:created>
  <dcterms:modified xsi:type="dcterms:W3CDTF">2026-10-03T13:47:50Z</dcterms:modified>
</cp:coreProperties>
</file>