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6b8468de-47b2-15b7-616c-047663f22be9}">
          <p14:sldIdLst>
            <p14:sldId id="256"/>
            <p14:sldId id="257"/>
            <p14:sldId id="258"/>
            <p14:sldId id="259"/>
          </p14:sldIdLst>
        </p14:section>
        <p14:section name="Основні поняття" id="{a6946b44-da6c-1f14-ef89-00a55bcaf2a5}">
          <p14:sldIdLst>
            <p14:sldId id="260"/>
            <p14:sldId id="261"/>
            <p14:sldId id="262"/>
            <p14:sldId id="263"/>
          </p14:sldIdLst>
        </p14:section>
        <p14:section name="Ковалентний зв'язок" id="{f195980b-67ad-9043-1b56-be1b9cf633f4}">
          <p14:sldIdLst>
            <p14:sldId id="264"/>
            <p14:sldId id="265"/>
          </p14:sldIdLst>
        </p14:section>
        <p14:section name="Іони і йонний зв'язок" id="{dee88651-52e4-f356-d50f-7bc87016e950}">
          <p14:sldIdLst>
            <p14:sldId id="266"/>
            <p14:sldId id="267"/>
          </p14:sldIdLst>
        </p14:section>
        <p14:section name="Металічний і водневий" id="{11fa1acf-c49d-710c-a754-72fe7a3ac19f}">
          <p14:sldIdLst>
            <p14:sldId id="268"/>
            <p14:sldId id="269"/>
          </p14:sldIdLst>
        </p14:section>
        <p14:section name="Молекули і речовини" id="{781005e9-e8bc-2f52-1c27-3db325f96426}">
          <p14:sldIdLst>
            <p14:sldId id="270"/>
            <p14:sldId id="271"/>
            <p14:sldId id="272"/>
            <p14:sldId id="273"/>
          </p14:sldIdLst>
        </p14:section>
        <p14:section name="Міфи і факти" id="{0dde9ed4-76ee-7c21-2586-38cf5e096027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f17ea262-6e33-8abb-cf3c-043d262b3802}">
          <p14:sldIdLst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хімічний зв'язок: як атоми сполучаються і чому від цього залежать властивості речовин.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визначення.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«Подібне розчиняється в подібному».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лекцією. Правило октету — прагнення атома мати 8 електронів на зовнішньому рівні.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Конфігурації з лекції. Покажіть зв'язок між кількістю «бракуючих» електронів і кількістю зв'язків.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Шкала Полінга. З лекції: найактивніший метал — Францій, неметал — Флуор.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Огляд. Далі — кожен вид окремо.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з лекції: H:H і O=O.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ковалентний полярний — між атомами різних неметалів.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з лекції: натрій і хлор.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йонний — метал + неметал.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лекції: водневий — між неметалами з великою різницею електронегативності. Уточнення: це зв'язок між молекулами (міжмолекулярний), а не всередині молекули.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Пов'язано з лекцією: молекули простих речовин — з однакових атомів, складних — з різних.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Пари складають алгоритм.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проблемне 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розминку №2.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 Відповіді до п. 2: H₂ — КН; NaCl — йонний; H₂O — КП; Cu — металічний; Cl₂ — КН; KF — йонний; NH₃ — КП; Fe — металічний; CaO — йонний; N₂ — КН.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 хімічного зв'язку. Іони. Молекули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 хімічного зв'язку. Іони. Молекули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2A8C9E">
              <a:alpha val="60000"/>
            </a:srgbClr>
          </a:solidFill>
          <a:ln w="12700">
            <a:solidFill>
              <a:srgbClr val="2A8C9E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 хімічного зв'язку. Іони. Молекули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«склеює» атоми між собою і чому речовини такі різні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1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 сталося зі світом, якби атоми раптом перестали «триматися» один за одного?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Пофантазуйте: що сталося б з водою, вашим тілом, повітрям?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без хімічних зв'язків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було б молекул: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води H₂O, ні кисню O₂, ні білків, ні ДНК.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було б твердих тіл: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каменю, ні металу, ні кісток — усе розсипалося б на окремі атоми.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було б життя: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процеси в клітині — це утворення і розрив хімічних зв'язків.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хімічний зв'язок — це «клей» усього матеріального світу.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кухонна сіль легко розчиняється у воді, а олія — ні, скільки б ми не мішали?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свою версію. Відповідь — наприкінці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хімічний зв'язок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Хімічний зв'язок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Взаємодія, що утримує атоми разом. Виникає внаслідок електростатичної взаємодії позитивно заряджених ядер і негативно заряджених електронів.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з незавершеним зовнішнім енергетичним рівнем прагнуть його завершити.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октету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Найстійкіші атоми — інертні гази (He, Ne, Ar). Їхній зовнішній рівень заповнений: 8 електронів (у гелію — 2).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Інші атоми «хочуть» стати схожими на них: віддають, приймають або діляться електронами. Так і виникає зв'язок.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Електронні конфігурації: хто скільки «недобирає»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Елемент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Конфігурація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Електронів на зовнішньому рівні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завершення бракує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₆C (Карбон)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1s² 2s² 2p²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₇N (Нітроген)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1s² 2s² 2p³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₈O (Оксиген)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1s² 2s² 2p⁴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₉F (Флуор)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1s² 2s² 2p⁵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₁₀Ne (Неон)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1s² 2s² 2p⁶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— рівень завершений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Звідси валентність: Оксиген утворює 2 зв'язки, Нітроген — 3, Карбон —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Електронегативність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Здатність атома в сполуці відтягувати на себе спільні електрони. Зростає разом з неметалічними властивостями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5A65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15061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Натрій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1323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18817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8"/>
          <p:cNvSpPr/>
          <p:nvPr/>
        </p:nvSpPr>
        <p:spPr>
          <a:xfrm>
            <a:off x="2466289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A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2466289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66289" y="2011680"/>
            <a:ext cx="15061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557729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Гідроген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57729" y="3794760"/>
            <a:ext cx="1323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03646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3938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A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3938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2A8C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83938" y="2011680"/>
            <a:ext cx="15061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4475378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75378" y="3794760"/>
            <a:ext cx="1323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8C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1588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A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1588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1588" y="2011680"/>
            <a:ext cx="15061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393028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Нітроген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94760"/>
            <a:ext cx="1323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87176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6"/>
          <p:cNvSpPr/>
          <p:nvPr/>
        </p:nvSpPr>
        <p:spPr>
          <a:xfrm>
            <a:off x="8219237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A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8219237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19237" y="2011680"/>
            <a:ext cx="15061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8310677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Оксиген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10677" y="3794760"/>
            <a:ext cx="1323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789414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36886" y="2011680"/>
            <a:ext cx="1506169" cy="2834640"/>
          </a:xfrm>
          <a:prstGeom prst="roundRect">
            <a:avLst>
              <a:gd name="adj" fmla="val 7285"/>
            </a:avLst>
          </a:prstGeom>
          <a:solidFill>
            <a:srgbClr val="EA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36886" y="2011680"/>
            <a:ext cx="150616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36886" y="2011680"/>
            <a:ext cx="15061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10228326" y="3017520"/>
            <a:ext cx="13232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Флуор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28326" y="3794760"/>
            <a:ext cx="13232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Флуор — найбільш електронегативний елемент (найактивніший неметал), Францій — найменш (найактивніший метал). Що більша різниця електронегативностей, то полярніший зв'язок.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П'ять видів хімічного зв'язку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неполярний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однаковими атомами неметалів: H₂, O₂, N₂, Cl₂.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полярний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різними атомами неметалів: HCl, H₂O, NH₃.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Йонний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металом і неметалом: NaCl, KF, CaO.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5A6573"/>
          </a:solidFill>
          <a:ln w="12700">
            <a:solidFill>
              <a:srgbClr val="5A657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Металічний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металах і сплавах: Fe, Cu, Al.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Водневий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молекулами з атомами H і сильно електронегативних F, O, N: вода, ДНК.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зв'язку визначає властивості речовини.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неполярний зв'язок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Спільна електронна пара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Утворюється між атомами одного неметалу за рахунок спільних електронних пар. Пара належить обом атомам однаково.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H· + ·H → H:H (H–H) — одинарний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O=O — подвійний (2 спільні пари)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N≡N — потрійний (3 спільні пари)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Двоє однаково сильних друзів тримають одну парасольку — вона рівно посередині.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електронна пара: атоми однакові, тягнуть з однаковою силою, тому пара не зміщується.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полярний зв'язок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 зміщена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Утворюється між атомами різних неметалів. Спільна електронна пара зміщується до більш електронегативного атома.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ньому виникає частковий негативний заряд δ−, на іншому — частковий позитивний δ+.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Приклад: Hᵟ⁺ → Clᵟ⁻, у воді O тягне електрони від обох H.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Перетягування канату, де один гравець сильніший: стрічка посередині канату зсувається до нього.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Молекула води через це має «полюси» — тому її називають полярною.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Іони: атоми, що віддали або прийняли електрони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Катіони (+)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Утворюють метали: віддають електрони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Na⁰ − 1e⁻ = Na⁺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Інші приклади: K⁺, Ca²⁺, Mg²⁺, Al³⁺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Мають позитивний заряд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8EBF7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B6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Аніони (−)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Утворюють неметали: приймають електрони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Cl⁰ + 1e⁻ = Cl⁻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Інші приклади: F⁻, O²⁻, S²⁻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Мають негативний заряд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324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Іон — заряджена частинка, що утворюється, коли атом віддає або приймає електрони.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Йонний зв'язок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Na⁺ + Cl⁻ → NaCl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Зв'язок між протилежно зарядженими іонами — електростатична взаємодія. Утворюється між металом і неметалом (дуже різна електронегативність).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Натрій віддає електрон хлору → Na⁺ і Cl⁻ притягуються.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Властивості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 з йонним зв'язком: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тверді кристали;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плавляться при високій температурі (сіль — при 801 °C);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їхні розчини проводять електричний струм.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мокрими руками не можна торкатися електроприладів: солоний піт проводить струм.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Металічний зв'язок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«Електронний газ»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Зв'язок у металах. Атоми металів постійно віддають електрони і перетворюються на позитивні іони, які знову притягують електрони.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Вільні електрони рухаються між іонами по всьому шматку металу і «склеюють» їх.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Звідси властивості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Саме вільні електрони дають металам їхні властивості: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проводять електричний струм і тепло;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металевий блиск;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пластичність — метал можна кувати, витягувати в дріт.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Водневий зв'язок: слабкий, але дуже важливий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Виникає між атомом H однієї молекули і сильно електронегативним атомом (F, O, N) іншої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кипить при 100 °C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15384"/>
            <a:ext cx="296661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водневих зв'язків вода кипіла б приблизно при −80 °C і на Землі була б лише пара.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38218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4612538" y="2240280"/>
            <a:ext cx="868680" cy="86868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24487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333756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Лід легший за воду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67912"/>
            <a:ext cx="296661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Водневі зв'язки утворюють «ажурну» решітку льоду. Тому лід плаває, і водойми не промерзають до дна.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127797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8402117" y="224028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4487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333756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Подвійна спіраль ДНК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67912"/>
            <a:ext cx="296661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ланцюги ДНК тримаються саме водневими зв'язками.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Молекулярні і немолекулярні речовини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Молекулярна будова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Складаються з окремих молекул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зв'язок усередині молекул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гази, рідини, легкоплавкі тверді речовини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H₂O, O₂, CO₂, цукор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8EBF7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B6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Немолекулярна будова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Складаються з іонів або атомів, а не з молекул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Йонний, металічний або атомний кристал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Тверді, часто тугоплавкі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NaCl, метали, алмаз, кварц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324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Молекула — найменша частинка речовини, що зберігає її хімічні властивості.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лише за формулою речовини визначити, який у ній хімічний зв'язок?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 і складіть свій «алгоритм».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Алгоритм: визначаємо вид зв'язку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A657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метал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Fe, Cu, Al → металічний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7642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3425114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 + неметал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842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NaCl, CaO, KF → йонний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1588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Однакові неметали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11316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H₂, O₂, Cl₂ → ковалентний неполярний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0589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8061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Різні неметали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87789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HCl, H₂O, NH₃ → ковалентний полярний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Підказка: метали — зліва і внизу таблиці Менделєєва, неметали — справа і вгорі.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чому сіль розчиняється, а олія — ні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— полярна: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молекула має «плюс» (H) і «мінус» (O).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Сіль — йонна: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полярні молекули води «розтягують» іони Na⁺ і Cl⁻ з кристалика.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Олія — неполярна: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її молекул немає зарядів, «зачепитися» воді нема за що.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подібне розчиняється в подібному. Тому жирну пляму відмивають мийним засобом, а не водою.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«Кухонна сіль складається з молекул NaCl»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«Кухонна сіль складається з молекул NaCl»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Сіль має немолекулярну, йонну будову. Її кристал — це решітка з іонів Na⁺ і Cl⁻, що чергуються. Формула NaCl лише показує співвідношення іонів 1 : 1.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«Метали проводять струм завдяки вільним електронам»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A8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«Метали проводять струм завдяки вільним електронам»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AF4F8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металічному зв'язку електрони не належать окремим атомам і вільно рухаються по всьому металу. Під дією напруги вони рухаються в одному напрямку — це і є електричний струм.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«Водневий зв'язок — найміцніший з усіх видів зв'язку»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«Водневий зв'язок — найміцніший з усіх видів зв'язку»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Водневий зв'язок у десятки разів слабший за ковалентний чи йонний. Але таких зв'язків дуже багато, тому вони сильно впливають на властивості води, білків і ДНК.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вид хімічного зв'язку в молекулі хлороводню HCl?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Йонний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неполярний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полярний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Металічний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вид зв'язку в молекулі HCl?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1F5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В) Ковалентний полярний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і Cl — різні неметали. Хлор більш електронегативний (3,0 проти 2,1), тому спільна електронна пара зміщена до нього.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Хімічний зв'язок — електростатична взаємодія ядер і електронів. Атоми прагнуть завершити зовнішній рівень.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89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3774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Електронегативність — здатність атома відтягувати електрони. Найбільша у Флуору.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33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2918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Ковалентний неполярний — однакові неметали; полярний — різні неметали.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70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42062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Іони — заряджені частинки: катіони (+) і аніони (−). Йонний зв'язок — метал + неметал.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210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51206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Металічний зв'язок — «електронний газ» у металах; водневий — між молекулами (вода, ДНК).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Найпростіше для мене було зрозуміти…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досі плутаю…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можу пояснити, чому…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види хімічного зв'язку та алгоритм їх визначення.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Визначте вид зв'язку: H₂, NaCl, H₂O, Cu, Cl₂, KF, NH₃, Fe, CaO, N₂.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схеми утворення іонів: K⁺, Mg²⁺, F⁻, O²⁻.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Поясніть, чому лід плаває на поверхні води.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6324F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C2633"/>
      </a:dk1>
      <a:lt1>
        <a:srgbClr val="FFFFFF"/>
      </a:lt1>
      <a:dk2>
        <a:srgbClr val="16324F"/>
      </a:dk2>
      <a:lt2>
        <a:srgbClr val="EAF4F8"/>
      </a:lt2>
      <a:accent1>
        <a:srgbClr val="1F5F8B"/>
      </a:accent1>
      <a:accent2>
        <a:srgbClr val="8FD3E0"/>
      </a:accent2>
      <a:accent3>
        <a:srgbClr val="F4A261"/>
      </a:accent3>
      <a:accent4>
        <a:srgbClr val="E76F51"/>
      </a:accent4>
      <a:accent5>
        <a:srgbClr val="5B6BB5"/>
      </a:accent5>
      <a:accent6>
        <a:srgbClr val="2A8C9E"/>
      </a:accent6>
      <a:hlink>
        <a:srgbClr val="5B6BB5"/>
      </a:hlink>
      <a:folHlink>
        <a:srgbClr val="1F5F8B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Види хімічного зв'язку. Іони. Молекули</dc:title>
  <dc:subject>Природничі науки, 1 курс</dc:subject>
  <dc:creator>Баталова Т. П.</dc:creator>
  <cp:lastModifiedBy>Баталова Т. П.</cp:lastModifiedBy>
  <cp:revision>1</cp:revision>
  <dcterms:created xsi:type="dcterms:W3CDTF">2026-10-03T13:47:42Z</dcterms:created>
  <dcterms:modified xsi:type="dcterms:W3CDTF">2026-10-03T13:47:42Z</dcterms:modified>
</cp:coreProperties>
</file>