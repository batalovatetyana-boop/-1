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535cb631-f66e-2a21-cc53-202dedd7c06d}">
          <p14:sldIdLst>
            <p14:sldId id="256"/>
            <p14:sldId id="257"/>
            <p14:sldId id="258"/>
            <p14:sldId id="259"/>
          </p14:sldIdLst>
        </p14:section>
        <p14:section name="Вернадський і ноосфера" id="{2887a6c5-b367-6b3a-03cb-71eb0647599c}">
          <p14:sldIdLst>
            <p14:sldId id="260"/>
            <p14:sldId id="261"/>
            <p14:sldId id="262"/>
            <p14:sldId id="263"/>
          </p14:sldIdLst>
        </p14:section>
        <p14:section name="Основні положення вчення" id="{d0e40c2c-5778-54ac-aad4-4fc5759d4a70}">
          <p14:sldIdLst>
            <p14:sldId id="264"/>
            <p14:sldId id="265"/>
            <p14:sldId id="266"/>
            <p14:sldId id="267"/>
            <p14:sldId id="268"/>
          </p14:sldIdLst>
        </p14:section>
        <p14:section name="Екологічна криза і ноосфера" id="{29210705-db10-4bdb-8364-589a554f305b}">
          <p14:sldIdLst>
            <p14:sldId id="269"/>
            <p14:sldId id="270"/>
            <p14:sldId id="271"/>
            <p14:sldId id="272"/>
            <p14:sldId id="273"/>
          </p14:sldIdLst>
        </p14:section>
        <p14:section name="Міфи і факти" id="{9f531931-7939-2bed-77eb-44806c278c95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c299b605-5866-5cb2-334f-10f06265b635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вчення Вернадського про біосферу і ноосферу. Головна думка лекції: людина — частина біосфери, але вже така сильна, що змінює всю планету. Тому вона мусить діяти розумно.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різні думки, не оцінюйте. Добре, якщо виникне суперечка.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ключового поняття лекції: людина як геологічна сила. Саме з цього почав Вернадський.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мали підготуватися вдома. Вислухайте версії. Правильна відповідь — на слайді з визначенням.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слів про особистість. Ім'я Вернадського носять Національна бібліотека України і українська антарктична станція «Академік Вернадський». Можна запитати: чи чули ви про цю станцію?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Підкресліть різницю: всі організми змінюють середовище, але лише людина робить це свідомо, за допомогою науки й техніки, і в масштабі планети.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Поверніться до версій студентів з розминки. Наголос: ноосфера — це не про кількість заводів і техніки, а про розумність. Ноосфера — мета, до якої людство має прийти, а не стан, у якому ми вже живемо.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Слово «антропогенний»: «антропос» — людина, «генез» — походження. Тобто «спричинений людиною». Гомеостаз — здатність системи підтримувати рівновагу, як температура нашого тіла 36,6.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з конспекту, пояснені простими словами. Не треба вчити напам'ять — важливо зрозуміти суть кожного. Можна попросити студентів самим придумати приклад до кожного положення.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6 — «тиск життя» — найцікавіше для студентів. Зараз перевіримо його на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Нехай вгадують. Потім підкажіть: за годину 3 поділи, за добу — 72 поділи. Кількість подвоюється щоразу: 2 у 72 степені.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Розрахунок: маса однієї кишкової палички ≈ 1 пікограм (10⁻¹² г). 4,7·10²¹ × 10⁻¹² г ≈ 4,7·10⁹ г ≈ 4 700 т. Слон важить близько 4–6 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10 — міст до теми екологічної кризи. Природа завжди знайде нову рівновагу, але в ній людині може й не знайтися місця.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Аналогія з акваріумом добре працює. Наголос: криза наростає поступово, тому її легко не помітити.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які ще приклади з кожного боку ви знаєте з життя вашого міста чи села?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Дані з конспекту. Можна навести приклад України: після Чорнобильської аварії різко зріс рак щитоподібної залози, особливо в дітей, через радіоактивний йод.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показують обидва боки: руйнівну і творчу силу людини. Тема війни може бути болісною — говоріть делікатно.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два пункти — прямо з конспекту. Інші — з праць Вернадського (наукова думка як планетарне явище). Для нас пункт «мир» особливо зрозумілий.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 пальцями 1–4.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Пов'яжіть із задачею про бактерії.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Висновок, до якого варто прийти: ноосфера — це мета і процес, а не готовий стан. Ми на шляху до неї, і кожен робить свій внесок.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 3–5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людина стала «геологічною силою» і чому від нашого розуму залежить майбутнє планети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може одна людина змінити планету? А все людство разом?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Скажіть свою думку: «так», «ні» чи «залежить від…» — і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змінює планету — і це вже факт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людина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непомітна. Але кожен з нас щодня «голосує» своїми звичками: що купує, що викидає, скільки витрачає.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разом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переміщує більше ґрунту і гірських порід, ніж усі річки світу (кар'єри, будівництво, оранка).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разом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змінило склад атмосфери: вуглекислого газу в повітрі зараз більше, ніж будь-коли за сотні тисяч років.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ще 100 років тому сказав: людина стала геологічною силою. Питання лише — розумною чи руйнівною.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РОЗБЕРІТЬ СЛОВО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«Ноосфера». Як ви думаєте, що означає це слово? Підказка: «сфера» — оболонка, а «ноос»…?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Згадайте схожі слова: біосфера, атмосфера, гідросфера. Висловіть свої версії.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такий Володимир Вернадський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1863–1945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Видатний природознавець, мінералог, геохімік, філософ. Мав українське коріння, жив і працював у Києві, Полтаві, Москві.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президент УАН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1918 р. став першим президентом Української академії наук. Сьогодні це НАН України.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Книга «Біосфера» (1926)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Створив цілісне вчення про біосферу і про те, як живе змінює неживу природу.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про ноосферу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Першим показав, що людина — нова геологічна сила, і розвинув ідею ноосфери.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— частина біосфери і нова сила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розвивалася в тісному зв'язку з навколишнім середовищем. Відділити її від біосфери неможливо.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людина внесла в біосферу нове: розум, працю, науку.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Завдяки цьому людина стала геологічною силою, яка активно перетворює біосферу.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— новий стан біосфери, коли взаємовідносини людини і природи розумно регулюються.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Бобри будують греблі і змінюють річку — це вплив одного виду на природу.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будує ГЕС, осушує болота, створює моря-водосховища, змінює клімат. Це вже вплив у масштабі всієї планети.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Ноосфера: що означає це слово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грецьких слів «ноос» — розум і «сфера» — оболонка. «Сфера розуму».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стан біосфери, у якому розумна діяльність людини стає головним чинником розвитку і взаємовідносини людини та природи регулюються розумно.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Звідки термін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уперше запропонували у 1927 р. французькі філософи Едуард Леруа і П'єр Тейяр де Шарден.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Науковий зміст ідеї розробив В. І. Вернадський.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— не «підкорена природа», а природа, з якою людина живе в згоді, бо розуміє її закони.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змінювався вплив людини на біосферу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брала з природи лише необхідне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Взяті ресурси відновлювалися природним шляхом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входили в загальний колообіг речовин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Рівновага біосфери (гомеостаз) не порушувалася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Найбільші перетворення в біосфері здійснює саме людина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 змінює клімат, рельєф, склад атмосфери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Змінюється видовий і кількісний склад рослин і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Атомна енергетика і випробування зброї накопичили радіоактивні речовини в повітрі, ґрунті і воді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Антропогенний чинник — вплив людини та її трудової діяльності. Сьогодні це найважливіший чинник змін біосфери.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(1–4)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Біосфера — цілісна система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процеси в ній узгоджені між собою. Простими словами: усе пов'язано з усім.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Сонце — головне джерело енергії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Закони руху атомів на Землі — відображення гармонії космосу. Сонце регулює життєві процеси.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Жива речовина перетворює енергію Сонця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запасають сонячну енергію в органічних речовинах. Хліб, дерево, вугілля — це «законсервоване» сонце.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Чим дрібніший організм, тим швидше розмножується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діляться кожні 20–30 хвилин, слони народжують раз на кілька років.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(5–7)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Автотрофи і гетеротрофи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Автотрофи (рослини) беруть речовини з неживої природи. Гетеротрофам (тваринам, людині) потрібна готова органіка. Рослини живуть лише там, куди доходить світло.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«Тиск життя»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 прагне заповнити весь можливий простір. Приклад: трава пробивається крізь асфальт, мох росте на даху.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Колообіг атомів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Хімічні елементи постійно переходять між гірськими породами, мінералами, водою і живими організмами.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НА «ТИСК ЖИТТЯ»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Бактерія ділиться кожні 20 хвилин. Якщо їй ніщо не заважає, скільки бактерій буде з однієї через добу?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Спершу вгадайте: тисяча? мільйон? мільярд? Потім спробуйте порахувати: скільки поділів за добу?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«тиск життя» в цифрах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поділи за добу (по 3 на годину)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4,7·10²¹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бактерій — 2 у 72 степені. Це трильйони мільярдів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4 700 т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важили б ці бактерії — як близько 1 000 слонів!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природі цього не стається, бо закінчується їжа і простір, бактерій їдять інші організми. Але сама сила прагнення життя до розмноження величезна — Вернадський назвав це «тиском життя».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(8–10)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Межі поширення життя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поширене там, де можуть існувати зелені рослини і де організми здатні вижити. Межі визначає стійкість живої речовини до умов середовища.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Кількість живої речовини стала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Маса живого в біосфері відповідає кількості газів в атмосфері, насамперед кисню. Менше рослин — менше кисню.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Прагнення до рівноваги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Будь-яка система прагне до стійкої рівноваги. Якщо її порушити, вона шукатиме нову — і не обов'язково зручну для людини.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загрожує людству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криза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 стан навколишнього середовища, коли через зміни, які в ньому відбулися, воно може стати непридатним для життя.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акваріум. Якщо не міняти воду і перегодовувати рибок, вода поступово псується. Спочатку рибкам «просто незручно». Потім вони хворіють. А потім акваріум стає непридатним для життя.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— це великий акваріум, і замінити його нема чим.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людини: два боки медалі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Позитивні зміни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Нові високопродуктивні сорти рослин і породи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Нові штами мікроорганізмів (ліки, харчові продукти)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Штучне розведення риби в морях і океані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Створення культурних біогеоценозів (сади, парки, поля)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Негативні зміни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Нерегульована вирубка лісів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Масове збирання дикорослих рослин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Забруднення води, повітря і ґрунту відходами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Неправильний обробіток землі → ерозія ґрунтів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Екологія і здоров'я людини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+1,8 %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щорічне зростання рівня злоякісних новоутворень (онкозахворювань)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Частіше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трапляються рак щитоподібної залози, органів дихання, кровотворної системи та ін.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Діти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 вразливі: слабший імунітет, гірший фізичний розвиток, більше генетичних порушень і вроджених вад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Несприятливі екологічні умови — пряма загроза здоров'ю. Тому екологія — це не «про природу десь там», а про кожного з нас.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 з України: людина як «геологічна сила»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Чорнобиль, 1986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Найбільша аварія в історії атомної енергетики. Радіоактивне забруднення великих територій, зона відчуження. Саме про такі наслідки писав Вернадський.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Каховська ГЕС, 2023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Підрив греблі російськими військами: затоплення територій, загибель тварин, зникнення водосховища. Приклад екоциду.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Асканія-Нова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Позитивний приклад: заповідник, де зберегли незайманий степ ще з XIX ст. Розумна діяльність людини — крок до ноосфери.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Умови переходу біосфери в ноосферу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мав на увазі планове, науково обґрунтоване використання природи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про використання природи ухвалюються на основі знань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02347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Відновлення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59547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повертає в колообіг те, що руйнує: садить ліс, очищує воду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03526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 енергетика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60726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перехід до чистих джерел енергії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04705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Освіта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61905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людина розуміє, як її дії впливають на природу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405884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63084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вважав, що ноосфера несумісна з війнами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«Термін «ноосфера» придумав Вернадський»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«Термін «ноосфера» придумав Вернадський»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«ноосфера» вперше запропонували французькі філософи Е. Леруа і П. Тейяр де Шарден у 1927 р. Вернадський же створив наукове вчення про ноосферу і наповнив це слово глибоким змістом.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 — це коли людина повністю підкорила природу»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 — це коли людина повністю підкорила природу»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Навпаки! Ноосфера — це розумна взаємодія людини і природи. Не «підкорити», а зрозуміти закони природи і жити за ними, відновлюючи те, що використали.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за своїм впливом на планету — геологічна сила»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за своїм впливом на планету — геологічна сила»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переміщує більше гірських порід, ніж усі річки світу, змінює склад атмосфери і клімат. Вчені навіть обговорюють нову геологічну епоху — антропоцен, «епоху людини».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Вернадський назвав «тиском життя»?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Тиск атмосфери на живі організми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Прагнення живої речовини заповнити весь можливий простір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Вплив людини на природу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Кров'яний тиск у тварин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Вернадський назвав «тиском життя»?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Прагнення живої речовини заповнити весь можливий простір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перетворює енергію Сонця і прагне до максимального поширення — як у задачі про бактерії. Обмежують її лише нестача їжі, простору і несприятливі умови.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Дебати: чи живемо ми вже в ноосфері?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 ділиться на дві команди.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«ТАК» доводить, що людство вже діє розумно: наука, заповідники, сонячні електростанції, сортування сміття.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«НІ» доводить, що ми ще далекі від ноосфери: забруднення, вирубка лісів, війни, зміна клімату.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хвилин — підготувати 3 аргументи з прикладами.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2 хвилини — виступ кожної команди.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Разом: що потрібно змінити, щоб наблизитися до ноосфери? Назвіть 3 кроки.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≈ 15 хв, дві команди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— частина біосфери, але внесла в неї розум, працю і науку — і стала геологічною силою.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(«сфера розуму») — новий стан біосфери, коли людина розумно регулює свої відносини з природою.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запропонували Е. Леруа і П. Тейяр де Шарден (1927), вчення створив В. І. Вернадський.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сформулював основні положення вчення про біосферу: цілісність, роль Сонця, «тиск життя», колообіг атомів та ін.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 має позитивні і негативні наслідки; загроза — екологічна криза, яка шкодить здоров'ю людей.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Перехід до ноосфери — це планове, науково обґрунтоване використання природи з відновленням того, що зруйновано.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Найважливіша думка Вернадського для мене…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наблизитися до ноосфери, я особисто можу…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дізнатися більше про…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 лекції. Знайте визначення: ноосфера, антропогенний чинник, екологічна криза, «тиск життя».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Оберіть 3 положення вчення Вернадського і до кожного наведіть свій приклад з природи.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по 2 приклади позитивного і негативного впливу людини на природу вашого регіону.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Підготуйтеся до наступної теми: що таке агроценоз (поле, сад) і чим він відрізняється від лісу?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Вчення В. Вернадського. Перехід біосфери в ноосферу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2026-10-03T13:11:16Z</dcterms:created>
  <dcterms:modified xsi:type="dcterms:W3CDTF">2026-10-03T13:11:16Z</dcterms:modified>
</cp:coreProperties>
</file>