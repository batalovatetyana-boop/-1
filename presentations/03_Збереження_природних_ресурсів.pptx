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7a7280db-927c-eb60-2065-904fd72362e5}">
          <p14:sldIdLst>
            <p14:sldId id="256"/>
            <p14:sldId id="257"/>
            <p14:sldId id="258"/>
            <p14:sldId id="259"/>
          </p14:sldIdLst>
        </p14:section>
        <p14:section name="Природокористування" id="{26e50bc0-f584-52b0-79b9-2c007fa18180}">
          <p14:sldIdLst>
            <p14:sldId id="260"/>
            <p14:sldId id="261"/>
            <p14:sldId id="262"/>
            <p14:sldId id="263"/>
          </p14:sldIdLst>
        </p14:section>
        <p14:section name="Напрям 1. Ресурсозбереження" id="{0ff6aa1a-7feb-db3f-49b7-2a79971078eb}">
          <p14:sldIdLst>
            <p14:sldId id="264"/>
            <p14:sldId id="265"/>
          </p14:sldIdLst>
        </p14:section>
        <p14:section name="Напрям 2. Відходи" id="{8a5f824f-be95-6f3b-5441-2e784f3c2a73}">
          <p14:sldIdLst>
            <p14:sldId id="266"/>
            <p14:sldId id="267"/>
            <p14:sldId id="268"/>
            <p14:sldId id="269"/>
          </p14:sldIdLst>
        </p14:section>
        <p14:section name="Напрям 3. Охорона і відтворення" id="{a517916e-1934-adf4-d5f8-c7f84ccd807c}">
          <p14:sldIdLst>
            <p14:sldId id="270"/>
            <p14:sldId id="271"/>
            <p14:sldId id="272"/>
            <p14:sldId id="273"/>
          </p14:sldIdLst>
        </p14:section>
        <p14:section name="Міфи і факти" id="{a03ded2b-051f-fce5-4511-24c8fe07de32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05ef41a3-87b5-1dd4-404e-e37161ec5ea6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як людина користується природою і як робити це розумно.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Вислухайте різні варіанти: продати, вирубати, не чіпати, зробити туристичний об'єкт тощо. Відповіді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ключових понять: раціональне природокористування і сталий розвиток.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«Скільки розкладається сміття».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Наголос: природокористування включає і використання, і охорону.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запитати: які приклади нераціонального природокористування ви бачили у своєму місті чи селі?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Метафора з банком: природа — це вклад, ми маємо жити на відсотки, а не витрачати сам вклад.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Огляд трьох напрямів з конспекту. Далі — кожен окремо.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запитати: як ви економите ресурси вдома? (вимикати світло, не лишати воду відкритою, утеплення вікон).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Дані з конспекту. Наголос на контрасті 40 % і 5 % — великий резерв для України.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Для наочності: 1 млрд тонн — це приблизно 25 тонн відходів на кожного жителя України щороку.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Повертаємося до розминки. Порівняйте здогадки студентів.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Приклад: з 1 тонни макулатури можна зробити стільки паперу, скільки з кількох дерев.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Практичний слайд. Можна запитати, хто вже сортує вдома і де в місті є пункти прийому вторсировини чи батарейок.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Особливо важливо для України: чорноземи — наше багатство, а малі річки масово зникають.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конспектом: рекультивація все актуальніша в Україні. Особливо після війни: доведеться відновлювати величезні площі зруйнованих і замінованих земель.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Сумний факт: з 2022 р. Асканія-Нова перебуває в окупації. Багато природоохоронних об'єктів виникло вже в роки незалежності України.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Закони з конспекту. Право на безпечне довкілля закріплене і в Конституції України (стаття 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ідеї: ліквідувати звалище, рекультивувати ділянку (посадити дерева), впровадити сортування і контейнери, пункт прийому вторсировини, розчистити річку, штрафи, просвіта, толока. Групи презентують по 1–2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природних ресурсів та раціональне природокористування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природних ресурсів та раціональне природокористування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природних ресурсів та раціональне природокористування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користуватися природою так, щоб її вистачило і нам, і нашим онукам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Уявіть: ви отримали у спадок ліс. Що ви з ним зробите — і чому?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Немає правильної чи неправильної відповіді — важливо пояснити свій вибір.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способи розпорядитися лісом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Вирубати все й продати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швидкі гроші один раз. Потім ні лісу, ні прибутку, ґрунт розмивається.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Нічого не чіпати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 збережено, але людина не отримує від нього користі.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Брати стільки, скільки встигає вирости, і садити нові дерева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 дає дохід десятки й сотні років і залишається вашим дітям.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третій варіант і є раціональне природокористування та сталий розвиток. Про це наша лекція.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думаєте, скільки років розкладається в природі пластикова пляшка? А скляна?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свої здогадки. Відповідь — у середині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природокористування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Природокористування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Сукупність усіх форм впливу людини на природне середовище і заходів, спрямованих на його збереження.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 — це те, як ми «користуємося» природою: беремо воду, вирощуємо хліб, видобуваємо вугілля, будуємо міста… і що робимо, щоб природу при цьому зберегти.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 велосипедом: можна їздити роками, якщо доглядати, а можна зламати за тиждень.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Раціональне і нераціональне природокористування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Раціональне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Ресурси використовуються економно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Відходи переробляються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 встигає відновлюватися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Природне середовище зберігається для майбутніх поколінь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Нераціональне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«Хижацьке» вичерпування природних ресурсів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Масове неконтрольоване забруднення довкілля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Суцільне знищення природних ландшафтів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Здатність природи до самовідновлення послаблюється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Україні тривалий час переважало нераціональне природокористування — тому багато компонентів природи зараз у пригніченому стані.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Концепція сталого розвитку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Сталий розвиток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Таке використання природних ресурсів теперішніми поколіннями, яке не ставить під загрозу існування майбутніх поколінь.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Навантаження на довкілля не повинно перевищувати його здатності до самовідновлення. Екологічні цінності — важливіші за інші.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приклад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Концепцію прийняли наприкінці XX ст.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рибалка, який ловить лише велику рибу, а мальків відпускає, рибалитиме все життя. Той, хто ловить усе підряд сітками, за кілька років залишиться з порожнім озером.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бери «відсотки», а не «основний капітал» природи.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напрями раціонального природокористування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Ресурсозбереження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економна експлуатація природних ресурсів: менше сировини, палива й енергії на одиницю продукції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Менше відходів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зменшення та очищення викидів у довкілля, знешкодження й утилізація відходів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Охорона і відтворення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біорізноманіття, ґрунтів, лісів, річок; відновлення порушених земель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три напрями взаємопов'язані: що менше ресурсів беремо, то менше відходів утворюємо і то легше природі відновлюватися.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 1. Ресурсозбереження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зменшити затрати сировини, палива, енергії для виробництва продукції.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впроваджувати ресурсо- та енергозберігаючі технології у промисловості, сільському господарстві, на транспорті.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Комплексне використання ресурсів: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сировини добувати не один, а всі корисні компоненти.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Повторне використання: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повертати в господарство матеріали з відходів.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4754880"/>
          </a:xfrm>
          <a:prstGeom prst="roundRect">
            <a:avLst>
              <a:gd name="adj" fmla="val 3629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 з життя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Світлодіодна лампа дає стільки ж світла, як звичайна лампа розжарювання, але споживає приблизно у 5–8 разів менше електроенергії.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ресурсозбереження у вашій квартирі.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ми втрачаємо: цифри з конспекту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цінних елементів у залізних рудах: германій, скандій, ванадій, золото, срібло, нікель, титан, уран…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додаткових компоненти, крім заліза, вилучають з руди в Україні. Решта йде у відвали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 світової промисловості задовольняють матеріали з відходів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стільки в Україні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відвали і сміттєзвалища — це не лише проблема, а й «склад» цінної сировини, яку ми не використовуємо.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 2. Менше викидів і відходів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млрд тонн на рік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Стільки газоподібних, рідких і твердих відходів щорічно утворюється в Україні. Багато з них шкідливі для людини і природи.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Відвали і звалища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Відходи видобування і переробки корисних копалин та сміттєзвалища займають великі площі землі.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Хімізація сільського господарства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і пестицидів — значний чинник отруєння ґрунтів і водойм.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скільки розкладається сміття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тижнів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паперовий пакет або газета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200 років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алюмінієва бляшанка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450 років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пластикова пляшка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млн років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скляна пляшка — практично не розкладається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був найближче? Скло і метал майже не розкладаються, зате їх можна переробляти безкінечно. Тому їх треба не викидати, а здавати.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оцінки NOAA та природоохоронних організацій; терміни приблизні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Утилізація: відходи стають ресурсом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Утилізація — використання відходів як вторинної сировини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Металобрухт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новий метал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502347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849819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259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Макулатура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41259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папір і картон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80352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0998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438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Склотара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42438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нове скло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710470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2177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617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«Пуста» порода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43617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будівельні матеріали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9405884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9753356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4796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Тирса, с/г відходи, текстиль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44796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паливо</a:t>
            </a:r>
            <a:endParaRPr lang="en-US" sz="2400" dirty="0"/>
          </a:p>
        </p:txBody>
      </p:sp>
      <p:sp>
        <p:nvSpPr>
          <p:cNvPr id="33" name="Shape 26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Важлива початкова ланка утилізації — сортування сміття. Його роблять на сміттєпереробних заводах, але найкраще — самі люди вдома.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Сортуємо вдома: з чого почати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Пляшки, кришечки, упаковка. Сполоснути і стиснути.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Скло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 і пляшки. Без кришок, по можливості чисте.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Папір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Картон, газети, зошити. Сухий і без жиру.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Бляшанки, кришки від банок.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Органіка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Очистки, залишки їжі → компост.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Небезпечні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Батарейки, лампи, ліки — лише в спеціальні пункти прийому!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 3. Охорона і відтворення природи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Біорізноманіття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і примноження видів рослин і тварин.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 і малі річки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Охорона від забруднення та замулення.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Ґрунти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ґрунтів і відновлення їхньої родючості.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Ліси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Лісовідновлення — висаджування нових лісів.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Ландшафти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Охорона природних ландшафтів.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Відновлення порушених земель (далі детальніше).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Рекультивація: друге життя порушених земель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 — комплекс робіт, спрямованих на відновлення порушених земель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C6B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Порушена земля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кар'єр, відвал, смітник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Технічний етап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вирівнюють поверхню, засипають ями, накривають родючим шаром ґрунту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Біологічний етап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висаджують траву, кущі, дерева; відновлюють ґрунт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природний ландшафт, поле, ліс або місце для відпочинку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місці колишніх кар'єрів часто з'являються озера, парки, пляжі. Так людина «повертає борг» природі.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Україні почали охороняти природу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Асканія-Нова, 1883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здавна оберігали цілющі джерела, озера, водоспади, скелі, гаї, вікові дерева — часто вважали їх священними.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1883 р. власник маєтку в степу Фрідріх Фальц-Фейн виділив ділянки для охорони рослин і диких тварин і зберіг цілинний степ від розорювання.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було далі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була перша природоохоронна територія на теренах України. Згодом вона стала державним біосферним заповідником «Асканія-Нова».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Зараз це один з найвідоміших заповідників світу: там зберігся справжній незайманий степ, живуть зебри, бізони, коні Пржевальського.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природоохоронні закони України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0972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Закон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Рік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 що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охорону навколишнього природного середовища»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Головний екологічний закон: права і обов'язки людей і держави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природно-заповідний фонд України»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Заповідники, національні парки, заказники, пам'ятки природи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охорону атмосферного повітря»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Захист повітря від забруднення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рослинний світ»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Охорона і використання рослин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тваринний світ»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Охорона і використання тварин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громадянин України має право на безпечне для його життя і здоров'я навколишнє середовище.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«Природні ресурси невичерпні — природа все одно сама відновиться»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«Природні ресурси невичерпні — природа все одно сама відновиться»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Нафта, вугілля, руди — невідновні: на їх утворення потрібні мільйони років. А відновні ресурси (ліс, риба, ґрунт) відновлюються лише тоді, коли ми беремо менше, ніж вони встигають відрости. Чорнозем утворюється зі швидкістю приблизно 1 см за 100 років.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«Сортувати сміття вдома немає сенсу — все одно все вивезуть на одне звалище»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«Сортувати сміття вдома немає сенсу — все одно все вивезуть на одне звалище»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Сортування — початкова ланка утилізації. У багатьох містах вторсировину вивозять окремо, а пункти прийому платять за макулатуру, метал, пластик. Відсортоване сміття — це сировина, а змішане — лише відходи.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«Перша природоохоронна територія в Україні з'явилася ще в XIX столітті»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«Перша природоохоронна територія в Україні з'явилася ще в XIX столітті»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1883 р. Фрідріх Фальц-Фейн виділив ділянки цілинного степу під охорону. Згодом там утворився заповідник «Асканія-Нова».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наведеного — приклад рекультивації?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Будівництво нового заводу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Перетворення колишнього кар'єру на парк з озером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Видобуток вугілля відкритим способом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Вивезення сміття на звалище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наведеного — приклад рекультивації?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Перетворення колишнього кар'єру на парк з озером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 — відновлення порушених земель. Кар'єр — порушена земля, а парк з озером — відновлений ландшафт для відпочинку людей.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стихійне звалище біля села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селом, біля маленької річки, вже кілька років є стихійне звалище. Туди везуть побутове сміття, будівельні відходи, старі шини.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Річка міліє і заростає, влітку сміття горить, у селі скаржаться на запах.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Громада отримала невеликі гроші на вирішення проблеми.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з трьох напрямів раціонального природокористування тут потрібні?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план дій на рік: що зробити першим, другим, третім?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залучити жителів, щоб звалище не з'явилося знову?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Природокористування — усі форми впливу людини на природу і заходи щодо її збереження.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Україні довго переважало нераціональне природокористування — природа «пригнічена».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Сталий розвиток — використовуємо ресурси так, щоб їх вистачило майбутнім поколінням.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напрями: ресурсозбереження; зменшення відходів і утилізація; охорона і відтворення природи (зокрема рекультивація).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Охорону природи в Україні регулюють закони; перша природоохоронна територія — Асканія-Нова (1883).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довкілля залежить від кожного з нас — від щоденних звичок і громадянської позиції.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завтра я можу зберегти ресурси, якщо…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мене вразило…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хотів(-ла) б, щоб у моєму місті…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природокористування, сталий розвиток, утилізація, рекультивація.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Проведіть «аудит» свого дому: запишіть 5 способів, як ваша сім'я може економити воду, електроенергію і менше викидати.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Знайдіть, які заповідники або національні парки є у вашій області. Опишіть один з них (3–5 речень).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Збереження природних ресурсів та раціональне природокористування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2026-10-03T13:11:12Z</dcterms:created>
  <dcterms:modified xsi:type="dcterms:W3CDTF">2026-10-03T13:11:12Z</dcterms:modified>
</cp:coreProperties>
</file>