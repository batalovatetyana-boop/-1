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8707888f-450d-e3ec-d288-53ee406c1309}">
          <p14:sldIdLst>
            <p14:sldId id="256"/>
            <p14:sldId id="257"/>
            <p14:sldId id="258"/>
            <p14:sldId id="259"/>
          </p14:sldIdLst>
        </p14:section>
        <p14:section name="Біологічна зброя" id="{30e0695a-deba-70de-b12d-701d14c22b15}">
          <p14:sldIdLst>
            <p14:sldId id="260"/>
            <p14:sldId id="261"/>
            <p14:sldId id="262"/>
          </p14:sldIdLst>
        </p14:section>
        <p14:section name="Біотероризм" id="{9cc0ed6d-a382-a422-4d9e-8a116fdd16cf}">
          <p14:sldIdLst>
            <p14:sldId id="263"/>
            <p14:sldId id="264"/>
            <p14:sldId id="265"/>
            <p14:sldId id="266"/>
            <p14:sldId id="267"/>
          </p14:sldIdLst>
        </p14:section>
        <p14:section name="ГМО" id="{9f0b2650-670b-9779-dec0-a24dccabd1c5}">
          <p14:sldIdLst>
            <p14:sldId id="268"/>
            <p14:sldId id="269"/>
            <p14:sldId id="270"/>
          </p14:sldIdLst>
        </p14:section>
        <p14:section name="Міфи і факти" id="{cfad7912-a254-5f74-0dce-eb6f52c9e397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Закріплення" id="{4d51ed48-04e6-ce5b-9bc1-4682bc7fd45c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пара теми. Коротко нагадайте: що таке біобезпека і які джерела біологічної небезпеки ми розглянули.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визначення біологічної зброї.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 Підрахуйте приблизно «за/проти/не знаю» і запишіть на дошці — повернетеся до цього в кінці.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Перелік з конспекту. Наголос: віспу перемогли завдяки всесвітній вакцинації — приклад успіху біобезпеки.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конспектом: з 1975 р. діє Конвенція. Україна — її учасниця.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Для України аграрний біотероризм особливо небезпечний — ми одна з житниць світу.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підказуйте. Вислухайте кілька пар.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Останній пункт пов'язаний з темою агроценозів: що менше різноманіття, то вразливіша система.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Пояснення. Інсулін для діабетиків уже десятиліттями виробляють генетично модифіковані бактерії.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Збалансована позиція: ГМО не «зло» і не «чарівна паличка», потрібен контроль.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три пункти — з конспекту. Маркування пов'язане з принципом автономії з лекції про біоетику.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 Після тесту поверніться до голосування про ГМО з початку пари: чи змінилася думка?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робота — старт домашнього завдання з конспекту (алгоритм дій на прикладі COVID-19). Групи презентують по 2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 теми.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 (частина 2)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 (частина 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· ЧАСТИНА ДРУГА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Частина 2. Біологічна зброя, біотероризм і ГМО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біологічну зброю вважають однією з найнебезпечніших — навіть страшнішою за звичайні бомби?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хвилини. Згадайте, як поширювався COVID-19.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біологічна зброя така небезпечна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Розмножується сама: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бомба вибухає один раз, а збудник хвороби передається від людини до людини і поширюється далі.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Невидима: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важко помітити вчасно — симптоми з'являються через кілька днів.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знає кордонів: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вразити і тих, хто її застосував, — вірусу байдуже, хто «свій».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Ураження масове: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люди, свійські тварини і сільськогосподарські рослини.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ставитеся до продуктів із ГМО: «за», «проти» чи «не знаю»? Чому?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Проголосуйте рукою. Запам'ятайте свій вибір — наприкінці лекції перевіримо, чи змінилася думка.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зброя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зброя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Спеціальні боєприпаси, що містять хвороботворні організми чи їхні токсини і здатні уражати людей, свійських тварин і сільськогосподарські рослини.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Використання біологічної зброї заборонене, але вона все одно може бути застосована.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робить збудник «зброєю»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зброю найчастіше розглядають організми, які: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легко передаються від людини до людини (найчастіше через повітря);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спричиняють хвороби з високою смертністю.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Найімовірніші біологічні агенти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Чума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Бактеріальна хвороба, «Чорна смерть» Середньовіччя.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90824" y="13258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3665144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736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33824" y="160020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Сибірська виразка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24231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Спори бактерій дуже стійкі, роками зберігаються в ґрунті.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33008" y="13258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76008" y="160020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Висипний тиф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24231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Бактеріальна хвороба, переносять воші.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9075191" y="13258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9349511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103" y="17647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218191" y="160020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Віруси Марбург і Ебола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24231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Гарячки з кровотечами, дуже висока смертність.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548640" y="388620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1640" y="416052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9834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Тяжкий гострий респіраторний синдром (коронавірус).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3390824" y="388620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3665144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736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533824" y="416052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Натуральна віспа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665144" y="49834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Ліквідована в природі у 1980 р., зразки зберігаються лише в лабораторіях.</a:t>
            </a:r>
            <a:endParaRPr lang="en-US" sz="1500" dirty="0"/>
          </a:p>
        </p:txBody>
      </p:sp>
      <p:sp>
        <p:nvSpPr>
          <p:cNvPr id="33" name="card"/>
          <p:cNvSpPr/>
          <p:nvPr/>
        </p:nvSpPr>
        <p:spPr>
          <a:xfrm>
            <a:off x="6233008" y="388620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34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76008" y="416052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Спільне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507328" y="49834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Висока заразність і висока смертність.</a:t>
            </a:r>
            <a:endParaRPr lang="en-US" sz="1500" dirty="0"/>
          </a:p>
        </p:txBody>
      </p:sp>
      <p:sp>
        <p:nvSpPr>
          <p:cNvPr id="38" name="card"/>
          <p:cNvSpPr/>
          <p:nvPr/>
        </p:nvSpPr>
        <p:spPr>
          <a:xfrm>
            <a:off x="9075191" y="388620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39" name="icon-circle"/>
          <p:cNvSpPr/>
          <p:nvPr/>
        </p:nvSpPr>
        <p:spPr>
          <a:xfrm>
            <a:off x="9349511" y="416052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0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4103" y="4325112"/>
            <a:ext cx="356616" cy="35661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218191" y="4160520"/>
            <a:ext cx="124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349511" y="49834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Вакцини, ліки, швидка діагностика, карантин.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Міжнародна заборона біологічної зброї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5C6B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1925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Женевський протокол заборонив застосування хімічної і біологічної зброї у війні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Набула чинності Конвенція про заборону розробки й накопичення біологічної зброї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дієвих механізмів перевірки — не можна напевно сказати, що всі країни її виконують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порушення — таємна програма біологічної зброї СРСР і аварія у Свердловську 1979 р., про яку ми говорили минулої пари.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Біотероризм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Біотероризм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Використання хвороботворних організмів або їхніх токсинів для залякування, нападу на людей, тварин чи рослини.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Ризик біотероризму існує завжди.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це небезпечно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Терористам не потрібна армія: небезпечні збудники можна спробувати поширити через пошту, воду, їжу, вентиляцію.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лабораторії зі збудниками смертельних хвороб ретельно охороняються, а служби постійно стежать за спалахами хвороб.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«Листи з сибіркою», США, 2001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вересень 2001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офісів ЗМІ і двох сенаторів надійшли листи зі спорами сибірської виразки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загинули: журналіст, двоє працівників пошти і ще двоє людей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млрд $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збитків — здебільшого на дезінфекцію приміщень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листів — і величезні наслідки: паніка, жертви, мільярдні витрати. Так працює біотероризм.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напрями біотероризму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Терористичні атаки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Пряме поширення збудників серед людей: листи, місця скупчення людей.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Диверсії в лабораторіях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Потрапляння досліджуваних збудників у довкілля може стати початком масштабної епідемії.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Аграрний біотероризм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Знищення продовольчих, сільськогосподарських і природних ресурсів країни: хвороби худоби, шкідники полів.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Україна — аграрна країна. Як захистити наші поля і ферми від аграрного біотероризму?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3 хвилини. Назвіть 3 конкретні заходи.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 заходи захисту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на кордоні: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перевірка насіння, рослин, тварин і продуктів, що ввозяться (фітосанітарний і ветеринарний контроль).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Моніторинг: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постійне спостереження за хворобами худоби і рослин, швидке виявлення спалахів.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Лабораторії і вакцини: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сучасна діагностика, запаси вакцин для тварин, захищені насіннєві фонди.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Різноманіття: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покладатися на один сорт чи одну культуру — тоді одна хвороба не знищить усе.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ГМО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ГМО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Генетично модифікований організм — організм, у ДНК якого вчені внесли зміни методами генної інженерії, щоб надати йому нових корисних властивостей.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модифікації ДНК використовують віруси, агробактерії, плазміди.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Кукурудза, стійка до шкідників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«Золотий рис» з вітаміном 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Бактерії, які виробляють людський інсулін для хворих на діабет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Класична селекція змінює організми повільно, через схрещування. Генна інженерія — швидко і точно.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ГМО: можливі ризики і переваги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Дослідження останніх десятиліть не підтвердили небезпеки ГМО-продуктів у їжу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виходом на ринок проходять додаткову ретельну перевірку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Висока стійкість до шкідників — менше пестицидів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ГМО навряд чи обійтися на шляху до сталого розвитку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Ризики для довкілля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Агенти для модифікації ДНК можуть потрапити в довкілля і спричинити мутації в природних організмів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Стійкі ГМО можуть витісняти природні організми з екосистем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Токсини проти шкідників можуть шкодити запилювачам і птахам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Головний ризик ГМО — не для того, хто їх їсть, а для природи. Тому потрібні тривалі дослідження і контроль поширення.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уникнути небажаних наслідків ГМО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Дослідження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тривале і ретельне вивчення впливу на довкілля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Перевірка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безпечності перед виходом на ринок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поширення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стежити, щоб ГМО не поширювалися в дикій природі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Маркування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має право знати, що купує, і вибирати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«Біологічну зброю повністю заборонили, тож вона більше не існує»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«Біологічну зброю повністю заборонили, тож вона більше не існує»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1975 р. діє Конвенція про заборону біологічної зброї, але немає дієвих механізмів перевірки. Тому не можна стверджувати, що її виконують усі країни. Ризик застосування і біотероризму залишається.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«Якщо їсти продукти з ГМО, зміниться ДНК людини»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«Якщо їсти продукти з ГМО, зміниться ДНК людини»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 травлення ДНК будь-якої їжі (і звичайної, і ГМО) розщеплюється. Численні дослідження не підтвердили небезпеки ГМО-продуктів у їжу. Ризики ГМО стосуються передусім довкілля.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«Хвороби рослин і тварин можна використати як зброю проти країни»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«Хвороби рослин і тварин можна використати як зброю проти країни»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аграрний біотероризм: біологічні агенти використовують, щоб знищити продовольчі, сільськогосподарські чи природні ресурси країни.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якого року у світі діє Конвенція про заборону розробки й накопичення біологічної зброї?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якого року діє Конвенція про заборону біологічної зброї?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1975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Конвенція діє з 1975 р. Але через відсутність дієвих механізмів перевірки не можна однозначно стверджувати, що її виконують усі країни-учасниці. 2001 — рік «листів із сибіркою» у США.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Групова робота: алгоритм дій під час пандемії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сусідній країні почалася епідемія нової небезпечної респіраторної інфекції, схожої на COVID-19. Перші випадки вже виявили у вашому місті.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група — «штаб» однієї зі сторін: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міська влада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лікарня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коледж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звичайна родина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алгоритм дій вашої сторони: 5–7 кроків по порядку.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робити в перший день? Через тиждень?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 допустити паніки і фейків?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≈ 15 хв, 4 групи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зброя — боєприпаси з хвороботворними організмами чи токсинами. Заборонена, але може бути застосована.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Найімовірніші агенти: чума, сибірська виразка, висипний тиф, Марбург, Ебола, SARS, натуральна віспа.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Конвенція про заборону біологічної зброї діє з 1975 р., але дієвої перевірки немає.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Біотероризм: атаки (США, 2001), диверсії в лабораторіях, аграрний біотероризм.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ГМО: небезпеки в їжі не підтверджено, але є ризики для довкілля — потрібні дослідження і контроль.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Біобезпека — справа держави, науковців і кожного з нас.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думка про ГМО після лекції…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мене вразило…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захистити себе і близьких, я…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Знайте: біологічна зброя, біотероризм, ГМО, Конвенція 1975 р.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Поцікавтеся міжнародними та державними програмами гарантування біологічної безпеки.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Опишіть можливі способи захисту населення від біологічного тероризму.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прикладі пандемії COVID-19 складіть алгоритм дій для зменшення ризиків зараження населення.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Біологічна безпека. Реалії та проблеми (частина 2)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2026-10-03T13:27:36Z</dcterms:created>
  <dcterms:modified xsi:type="dcterms:W3CDTF">2026-10-03T13:27:36Z</dcterms:modified>
</cp:coreProperties>
</file>