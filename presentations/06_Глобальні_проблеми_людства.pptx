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b95b7c65-6124-5e37-51bf-3ae1f02c7f6d}">
          <p14:sldIdLst>
            <p14:sldId id="256"/>
            <p14:sldId id="257"/>
            <p14:sldId id="258"/>
            <p14:sldId id="259"/>
          </p14:sldIdLst>
        </p14:section>
        <p14:section name="Звідки беруться глобальні проблеми" id="{d4f5d731-a0a3-08a2-f7ca-735f577fa518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Головні екологічні проблеми" id="{90e9f6ca-b176-0497-e958-b975f518c4b7}">
          <p14:sldIdLst>
            <p14:sldId id="267"/>
            <p14:sldId id="268"/>
            <p14:sldId id="269"/>
            <p14:sldId id="270"/>
            <p14:sldId id="271"/>
          </p14:sldIdLst>
        </p14:section>
        <p14:section name="Міфи і факти" id="{aab00277-2eac-0ca2-8038-6533cb3a352e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Закріплення" id="{c6152270-0883-150b-b519-24b76dbcffbe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глобальні проблеми: що це, звідки вони взялися і що з ними робити.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Запишіть на дошці все, що назвуть студенти. Пізніше ці проблеми розподілимо по групах.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Висновок: є проблеми, які не можна розв'язати в межах однієї країни. Це і є глобальні проблеми.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слайді про ресурси (День екологічного боргу).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НТР — науково-технічна революція: автомобілі, літаки, атомна енергія, хімія, комп'ютери.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Аналогія з кредиткою добре зрозуміла студентам.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Ознаки — для кращого розуміння.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Поверніться до списку з розминки на дошці і попросіть віднести кожну проблему до однієї з груп.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Мінізавдання на застосування класифікації.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думка: глобальні проблеми пов'язані між собою. Розв'язуючи одну, впливаємо на інші.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 — 5 проблем. Далі розбираємо кожну.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Визначення з конспекту + свіжі дані. Для України: посухи на півдні, спекотніші літа, менше снігу взимку.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Приклад: машина влітку з зачиненими вікнами — світло заходить, тепло не виходить. Про Кіотський протокол не розповідайте детально — це 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Повертаємося до розминки: хто вгадав місяць? Наголос: решту року людство живе «в борг» у природи.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Визначення з конспекту + свіжі дані. Приклад України: війна знищила величезні площі природних територій, частина заповідників в окупації.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Типова помилка — плутати парниковий ефект з озоновими дірами. Це різні проблеми.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 — показати, що глобальні проблеми потребують компромісу і спільних дій. Підведіть підсумок: які рішення прийняли б усі сторони?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як наслідок антропогенного впливу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як наслідок антропогенного впливу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людства як наслідок антропогенного впливу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Проблеми, які не можна розв'язати поодинці — лише всім людством разом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Назвіть одну проблему, яка стосується кожної людини на Землі — незалежно від країни, де вона живе.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Кожен називає свою проблему — запишемо всі на дошці.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ви, найімовірніше, назвали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Війни і загроза миру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війна в одній країні впливає на ціни, продовольство, безпеку в усьому світі.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Зміна клімату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спека, посухи, повені не зважають на кордони.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Забруднення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пластик з однієї країни течії розносять по всьому океану.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Голод, хвороби, бідність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пандемія COVID-19 показала: хвороба з одного міста за кілька тижнів охоплює весь світ.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думаєте: у який день року людство вже використовує всі ресурси, які Земля встигає відновити за цілий рік?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Назвіть місяць. Відповідь — у середині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Природа, суспільство і господарство — одне ціле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29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єдина і неподільна; дає ресурси й умови для життя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3646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4383938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5378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Суспільство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3666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з їхніми потребами, яких стає дедалі більше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87176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9237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826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10677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Господарство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взаємодії природи і суспільства: заводи, поля, транспорт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Зв'язок між ними має глобальний характер: доля кожного компонента залежить від інших. Особливо ускладнилися відносини суспільства і природи у XX ст., коли під час науково-технічної революції різко зріс вплив людини на довкілля.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 і антропогенні фактори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Виникли ще до появи людини і діють досі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виверження вулканів, землетруси, зміна пір року, сонячна активність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Антропогенні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Зобов'язані своїм походженням діяльності людини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викиди заводів і автомобілів, вирубка лісів, розорювання степів, війни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«Антропос» — людина, «генез» — походження. Антропогенний — спричинений людиною.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чому головна небезпека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проблема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Невідповідність між: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безмежними потребами людства,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майже безмежними науково-технічними можливостями впливати на природу,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і обмеженими можливостями самої природи.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 родину, яка щомісяця витрачає більше, ніж заробляє, бо взяла кредитну картку з великим лімітом.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Спочатку все добре. Але борг росте, і колись настане день, коли платити буде нічим.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«живе в кредит» у природи.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сучасності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Проблеми, що виникли у другій половині XX ст. внаслідок стрімкого розвитку виробництва (в умовах НТР), коли з'явилася загроза порушення балансу між суспільством і природою.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цього балансу залежить існування і прогрес людської цивілізації.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упізнати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Ознаки глобальної проблеми: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стосується всього людства;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загрожує майбутньому цивілізації;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може бути розв'язана однією країною;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потребує спільних дій усіх держав.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групи глобальних проблем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Інтерсоціальні (між країнами)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Міжнародні відносини, збереження миру, справедливість у світі, подолання економічної відсталості країн, що розвиваються, проблема «багаті — бідні».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Особистість і суспільство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Боротьба з голодом і недоїданням, охорона здоров'я, освіта, захист людини від забруднення довкілля.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Людина і природа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Екологічна, енергетична, сировинна, продовольча, демографічна проблеми; розумне освоєння Світового океану і космосу.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РОЗПОДІЛІТЬ ПО ГРУПАХ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якої групи належать: а) війна; б) голод в Африці; в) забруднення Світового океану; г) нестача нафти і газу?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хвилини. Деякі проблеми можуть належати до кількох груп — поясніть чому.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Можливі відповіді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а) Війна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інтерсоціальна проблема (збереження миру). Але війна в Україні — це ще й екологічна катастрофа і загроза продовольчій безпеці світу.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Голод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«особистість і суспільство», пов'язана також із бідністю (інтерсоціальна) і продовольчою (людина і природа).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в) Забруднення океану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«людина і природа» (екологічна, освоєння Світового океану).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г) Нестача нафти і газу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«людина і природа» (енергетична, сировинна).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П'ять головних екологічних проблем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Зміна клімату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Підвищення середньої температури атмосфери Землі.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Парникові гази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Викиди затримують тепло Землі — парниковий ефект.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Перевитрата відновних ресурсів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Ліси, прісна вода, риба використовуються швидше, ніж відновлюються.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Виснаження і забруднення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Деградація ґрунтів, природних вод, ландшафтів.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Скорочення біорізноманіття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Загибель багатьох видів і знищення їхніх домівок.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Далі — кожна детально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прикладами і свіжими даними.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Глобальна зміна клімату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+1,5 °C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стільки 2024 рік був теплішим за доіндустріальний рівень — найтепліший рік за всю історію спостережень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з 10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найтепліших років за історію вимірювань припали на останнє десятиліття (2015–2024)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частіше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посухи, спека, зливи, повені, лісові пожежі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Зміна клімату — частина глобальних змін природного середовища: змінюються тепловий баланс атмосфери, циркуляція вод океану і кругообіг води. Причини — і антропогенні (парниковий ефект), і природні.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Copernicus Climate Change Service, WMO,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Парникові гази і парниковий ефект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парниковий ефект працює — на прикладі машини на сонці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сонячне світло проходить крізь атмосферу і нагріває Землю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нагріта поверхня віддає тепло назад у вигляді теплового випромінювання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C6B6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Парникові гази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CO₂, метан та інші затримують це тепло, як скло в теплиці чи в машині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Потепління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більше парникових газів, то тепліше на планеті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Концентрація парникових газів в атмосфері неухильно зростає. Цій проблемі присвячений Кіотський протокол — про нього ви напишете вдома.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3–4. Ресурси і забруднення: людство «живе в кредит»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липня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екологічного боргу у 2025 р.: до цієї дати людство використало все, що Земля відновлює за рік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1,7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стільки планет Земля потрібно, щоб відновлювати все, що людство споживає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 млрд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на Землі (2025). Потреби зростають щороку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Відновні ресурси — ліси, прісна вода, риба — використовуються швидше, ніж природа встигає їх відновити. Разом із забрудненням це веде до деградації ґрунтів, вод і ландшафтів.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Global Footprint Network; ООН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Скорочення біорізноманіття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−73 %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стільки в середньому зменшилися популяції диких тварин з 1970 р.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млн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видів рослин і тварин під загрозою зникнення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причина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знищення середовищ існування: вирубка лісів, розорювання, осушення, забудова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Скорочення біорізноманіття — загибель багатьох видів через непомірне знищення та руйнування природних домівок тварин і рослин людиною.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WWF Living Planet Report 2024; IPBES 2019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«Глобальне потепління означає, що всюди просто стане тепліше і зими зникнуть»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«Глобальне потепління означає, що всюди просто стане тепліше і зими зникнуть»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Зростає середня температура планети, але головне — клімат стає нестабільним: частішають і спека, і зливи, і посухи, і різкі похолодання. Снігові зими можуть траплятися, але рідше.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«Парниковий ефект — це завжди погано»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«Парниковий ефект — це завжди погано»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Природний парниковий ефект — необхідний для життя. Без нього середня температура Землі була б близько −18 °C, а не +15 °C. Проблема — у посиленні ефекту через надлишок парникових газів від діяльності людини.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«Глобальні проблеми — це справа урядів, одна людина нічого не може змінити»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«Глобальні проблеми — це справа урядів, одна людина нічого не може змінити»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Уряди підписують угоди, але споживає ресурси кожен з нас. Те, що ми купуємо, як їздимо, скільки викидаємо, чи сортуємо сміття, — разом у мільйонів людей дає величезний ефект.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головна причина посилення парникового ефекту?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Виверження вулканів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Збільшення викидів парникових газів діяльністю людини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Руйнування озонового шару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 сонячної активності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головна причина посилення парникового ефекту?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Збільшення викидів парникових газів діяльністю людини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Спалювання вугілля, нафти і газу, вирубка лісів, тваринництво збільшують кількість CO₂ і метану в атмосфері. Вони затримують тепло Землі. Природні фактори теж впливають, але значно менше.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Рольова гра: міжнародний саміт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 — делегати на саміті ООН. Кожна група представляє одну сторону: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уряд країни, що розвивається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велика промислова компанія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екологічна організація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молодь планети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саміту: як зменшити викиди парникових газів на половину до 2035 року.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Сформулюйте позицію своєї сторони: що ви готові зробити і чого хочете від інших?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2 конкретні рішення.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Спробуйте домовитися з іншими групами про спільний план.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≈ 15 хв, 4 групи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Природа, суспільство і господарство взаємопов'язані; у XX ст. внаслідок НТР вплив людини на природу різко зріс.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Антропогенні фактори — спричинені діяльністю людини. Головна небезпека: безмежні потреби людства і обмежені можливості природи.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виникли в другій половині XX ст.; вони загрожують балансу між суспільством і природою.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групи: інтерсоціальні; особистість і суспільство; людина і природа.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Головні екологічні проблеми: зміна клімату, парникові гази, перевитрата ресурсів, забруднення, скорочення біорізноманіття.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подолання екологічної кризи — раціональне використання природи і спільні дії всього людства.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мене турбує проблема…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можу допомогти її розв'язати, якщо…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здивувало, що…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визначення: антропогенні фактори, глобальні проблеми, три групи глобальних проблем.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 напишіть про Кіотський протокол: що це? хто його створив і для чого?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способи вирішення однієї з глобальних проблем (на ваш вибір).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Глобальні проблеми як наслідок антропогенного впливу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2026-10-03T13:20:32Z</dcterms:created>
  <dcterms:modified xsi:type="dcterms:W3CDTF">2026-10-03T13:20:32Z</dcterms:modified>
</cp:coreProperties>
</file>