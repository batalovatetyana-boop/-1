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1b7118b-a5e3-4faf-da3c-e4e0b7d2578f}">
          <p14:sldIdLst>
            <p14:sldId id="256"/>
            <p14:sldId id="257"/>
            <p14:sldId id="258"/>
            <p14:sldId id="259"/>
          </p14:sldIdLst>
        </p14:section>
        <p14:section name="Основні поняття" id="{53af2838-4269-49a8-6030-e56d89667a5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Концепції екологічної етики" id="{d6870cf6-03a9-1d56-5b87-cf77250deacd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Міфи і факти" id="{df8fea49-b274-adeb-e4c1-0e8eb57f044b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e962b7f8-1439-626c-0609-94e2eb157cfe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Сьогодні говоримо не стільки про факти, скільки про цінності: як правильно ставитися до природи, тварин, людини.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Розминка-провокація. Добре, якщо думки розділяться. Відповідей не оцінюйте.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поняття етики: це наука про добро і зло, про те, як правильно чинити.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Вислухайте приклади: не смітити, сортувати, економити воду, не рвати первоцвіти, підгодовувати птахів узимку тощо. Відповідь — на слайді про екологічне мислення.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терміну. Наголос: наука дає можливості, а етика вирішує, як ними користуватися.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класичні принципи біоетики. Про автономію детальніше — далі в лекції.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Поверніться до прикладів студентів з розминки.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три пункти — з конспекту. Товариство Річарда Мартіна існує й досі — це британське Королівське товариство із запобігання жорстокому поводженню з тваринами (RSPCA).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Далі — по одному слайду на кожну концепцію.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Екоцентризм. Автор ідеї «етики землі» — американський еколог Олдо Леопольд. Головне: дбати про біоспівтовариство як ціле, навіть якщо доводиться жертвувати інтересами окремих його членів.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Біоцентризм. Автор принципу «благоговіння перед життям» — Альберт Швейцер, лікар і філософ, лауреат Нобелівської премії миру. Людина моральна лише тоді, коли допомагає будь-якому життю і не завдає шкоди живому.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Не нав'язуйте оцінку — нехай студенти самі подумають.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Інтерактив «Займи позицію». 5 хвилин. Потім узагальнююча таблиця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Узагальнення. Підкресліть: усі три погляди закликають до відповідальності, але розходяться в тому, хто головний.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Ідея органічного поєднання мікрокосму (людини) і макрокосму (світу) притаманна українській думці.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Допомога лікаря всупереч волі пацієнта в деяких ситуаціях сьогодні вважається недопустимою.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Можливі рішення: стерилізація і вакцинація, притулки, програми адопції, відповідальність власників (чипування), заборона викидати тварин. Наголос: жорстоке поводження з тваринами — кримінальна відповідальність в Україні.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Біоетика. Основи екологічного мислення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Біоетика. Основи екологічного мислення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Біоетика. Основи екологічного мислення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добре і що погано у стосунках людини з природою та з усім живим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ліс, ділянка чи собака — ваша власність, чи можете ви робити з ними все, що завгодно?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Скажіть свою думку: «так», «ні» чи «залежить від…» — і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думки розходяться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«Так, моє — що хочу, те й роблю»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 на природу лише як на ресурс і власність.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«Ні, бо тварина відчуває біль»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погляд, що кожна жива істота має цінність сама по собі.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«Ні, бо від мого лісу залежать інші люди»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погляд, що природа — спільне надбання, і ми відповідальні перед іншими.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питання не біології, а моралі. Ними займаються біоетика та екологічна етика — тема нашої лекції.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Що, на вашу думку, означає «мислити екологічно»? Наведіть приклад такого вчинку.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Приклад може бути зовсім простим, з вашого дня.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біоетика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Наука про моральне ставлення людини до всього живого: до людини, тварин, рослин, природи загалом.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поширився з 1970-х років завдяки американському біохіміку Ван Ренсселеру Поттеру, який назвав біоетику «мостом у майбутнє».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«Біо» — життя, «етика» — наука про мораль, добро і зло.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 відповідає на питання не «чи можемо ми це зробити?», а «чи маємо ми право це робити?».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Наприклад: клонування, досліди на тваринах, вирубка лісу заради дороги.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принципи біоетики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Автономія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Повага до людини як особистості, до її права вільно вирішувати те, що стосується її життя і здоров'я.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зашкодь»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Будь-яка дія не повинна завдавати шкоди людині чи іншій живій істоті.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Благодіяння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Робити добро: допомагати, лікувати, захищати.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Справедливість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Однакове ставлення до всіх, рівний доступ до допомоги і ресурсів.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Екологічне мислення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Екологічне мислення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Спосіб мислення, який визначає стосунки людини і природи. Він зумовлює екологічну поведінку і діяльність людини.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Така людина знає свої можливості, планує дії, оцінює їхні наслідки для природи і вміє виправити помилки.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з екологічним мисленням перед вчинком питає себе: «А що буде з природою, якщо так зроблю я? А якщо так зроблять усі?»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викинути одну пляшку в річку — «дрібниця». Але якщо так зроблять мільйони людей — річка загине.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свідомість і «зелене братство»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свідомість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загальному вигляді — масова занепокоєність населення станом навколишнього середовища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помічають проблеми: брудне повітря, сміття, зникнення видів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хочуть щось змінити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«Зелене братство»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Глобальне об'єднання людей, які дбають про природу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Екологічні організації, рухи, волонтери в усьому світі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конспектом: його формування — початок практичної реалізації ідеї ноосфери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з лекцією про Вернадського: ноосфера настає тоді, коли люди починають розумно і відповідально ставитися до природи.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етика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етика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Галузь міждисциплінарних знань, предметом якої є моральні та духовні аспекти ставлення людини до живої і неживої природи.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Міждисциплінарна — тобто поєднує біологію, екологію, філософію, право, релігію.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відповідає на питання: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чи має природа цінність сама по собі?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чи мають права тварини?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що ми винні майбутнім поколінням?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почався захист тварин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Колискою товариств захисту тварин вважають Англію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1809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Лорд Ерскін у палаті лордів: «Без жалю до тварин немає істинно гарного виховання, немає істинно доброго серця»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Прийнято перший у Європі закон про покарання мучителів тварин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1824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Річард Мартін заснував у Лондоні перше у світі товариство захисту тварин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Україна, 2006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«Про захист тварин від жорстокого поводження»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основні концепції екологічної етики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Екоцентристська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центрі — екосистема, «біоспівтовариство» в цілому. Цінна цілісність, стабільність і краса природи.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Біоцентрична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центрі — кожне окреме життя. Будь-яка жива істота заслуговує на повагу.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Екобіоцентрична («глибинна екологія»)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 — не ресурс для людини. Людина — лише один з багатьох видів, не важливіший за інших.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i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слід знищувати чи сприяти вимиранню видів, нерозважно змішувати місцеві й екзотичні види, загачувати чи забруднювати ріки; варто піклуватися про тварин.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846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«Етика землі» — екоцентристська модель (з конспекту, скорочено)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2024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i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 те, що служить збереженню і розвитку життя, зло є те, що знищує життя чи перешкоджає йому.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846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«Благоговіння перед життям» — біоцентрична модель (з конспекту)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Глибинна екологія: найрадикальніший погляд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Прихильники «глибинної екології» вимагають фундаментальних змін у суспільстві і культурі.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виступають проти погляду на природу лише як на джерело ресурсів для людини.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Деякі з них заперечують особливу важливість людського виду.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Дейв Формен вважав: люди — лише один з багатьох видів, і нас занадто багато; здоров'я біосфери важливіше за людське благо.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погляд викликає багато суперечок. Чи можна ставити життя людини на один рівень з життям комара? А з життям тигра, якого лишилося кілька тисяч?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Спробуйте сформулювати свою думку.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ПОЗИЦІЯ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з трьох концепцій вам найближча: екоцентрична, біоцентрична чи глибинна екологія? Чому?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Станьте в три кути аудиторії за своїм вибором. Кожна група — 1 аргумент за свою позицію.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 концепцій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Екоцентрична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Біоцентрична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Глибинна екологія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в центрі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екосистема як ціле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кожне окреме життя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природа понад людину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Головна цінність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цілісність, стабільність, краса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благоговіння перед життям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рівність усіх видів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Місце людини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частина біоспівтовариства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моральна істота, що допомагає живому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один з багатьох видів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 дії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охорона заповідників, річок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захист тварин від жорстокості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радикальна зміна способу життя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Українські мислителі про гармонію людини і природи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Григорій Сковорода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Концепція «сродної праці»: жити в гармонії з природою і власним покликанням.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Степан Рудницький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Географ, досліджував природу України як єдине ціле.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Володимир Кубійович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Географ, вивчав зв'язок людини, господарства і природи.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Микола Холодний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Ботанік, мікробіолог, думав про єдність людини і природи.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Володимир Вернадський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Найвищий розвиток ідеї — вчення про ноосферу. Людина — вершина еволюції і водночас залежить від усієї природи.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відповідальна за свої думки, дії і вчинки. Існують межі людського свавілля в природі.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автономії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автономії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Повага до людини як особистості, визнання її вільного вибору, права і можливості відігравати визначальну роль у прийнятті рішень щодо власного благополуччя.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Основним у медичній етиці став лише наприкінці XX ст.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Раніше лікар сам вирішував, що краще для пацієнта. Тепер пацієнт має право знати правду про свій стан і сам погодитися або відмовитися від лікування (інформована згода).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коли людина робить вільний вибір, можна говорити про її відповідальність.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«Етика стосується лише стосунків між людьми»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«Етика стосується лише стосунків між людьми»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етика і біоетика розглядають моральне ставлення людини до тварин, рослин, усієї живої і неживої природи. Жорстоке поводження з тваринами в Україні карається законом.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«Перше у світі товариство захисту тварин з'явилося в Англії»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«Перше у світі товариство захисту тварин з'явилося в Англії»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1824 р. Річард Мартін заснував у Лондоні перше у світі товариство захисту тварин. А ще раніше, у 1822 р., там прийняли перший у Європі закон про покарання мучителів тварин.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«Мислити екологічно — значить просто любити природу»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«Мислити екологічно — значить просто любити природу»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замало. Екологічне мислення — це знання, планування і відповідальність: розуміти наслідки своїх дій для природи, змінювати поведінку і виправляти помилки.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концепція екологічної етики ставить у центр цілісність, стабільність і красу біоспівтовариства?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Біоцентрична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Екоцентристська («етика землі»)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Глибинна екологія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автономії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концепція ставить у центр біоспівтовариство?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Екоцентристська («етика землі»)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Екоцентристська модель («етика землі») цінує екосистему як ціле — її цілісність, стабільність і красу. Біоцентрична ставить у центр кожне окреме життя.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безпритульні собаки в місті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мікрорайоні з'явилася зграя безпритульних собак. Мешканці розділилися: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одні вимагають «прибрати» собак будь-яким способом;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інші годують їх і захищають;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треті кажуть, що це проблема влади, а не їхня.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оцінив би цю ситуацію прихильник біоцентризму? А екоцентризму?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принципи біоетики тут важливі?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етичне і практичне рішення для громади.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Біоетика — наука про моральне ставлення людини до всього живого. Принципи: автономія, «не зашкодь», благодіяння, справедливість.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Екологічне мислення визначає екологічну поведінку; екологічна свідомість — занепокоєність людей станом довкілля.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етика вивчає моральні та духовні аспекти ставлення людини до живої і неживої природи.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тварин почався в Англії: 1809 — Ерскін, 1822 — перший закон, 1824 — перше товариство (Р. Мартін).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Концепції: екоцентристська («етика землі»), біоцентрична («благоговіння перед життям»), глибинна екологія.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Ідеї гармонії людини і природи розвивали Сковорода, Рудницький, Кубійович, Холодний, Вернадський.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ставлення до природи найкраще описує концепція…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я по-новому подумав(-ла) про…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екологічний вчинок, який я зроблю цього тижня, —…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екологічне мислення, екологічна свідомість, екологічна етика, принцип автономії.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 інформацію про екологічні організації в Україні. Опишіть одну з них.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Поцікавтеся діяльністю молодіжного руху «Партизанське садівництво». Висловіть свою думку з цього приводу.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Біоетика. Основи екологічного мислення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2026-10-03T13:27:28Z</dcterms:created>
  <dcterms:modified xsi:type="dcterms:W3CDTF">2026-10-03T13:27:28Z</dcterms:modified>
</cp:coreProperties>
</file>