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0eeee73b-0d3e-cdbd-88ac-47c0ee905de3}">
          <p14:sldIdLst>
            <p14:sldId id="256"/>
            <p14:sldId id="257"/>
            <p14:sldId id="258"/>
            <p14:sldId id="259"/>
          </p14:sldIdLst>
        </p14:section>
        <p14:section name="Поняття біобезпеки" id="{ef2cc1a6-a8dc-658b-89ab-e785a7eb5215}">
          <p14:sldIdLst>
            <p14:sldId id="260"/>
            <p14:sldId id="261"/>
            <p14:sldId id="262"/>
            <p14:sldId id="263"/>
            <p14:sldId id="264"/>
          </p14:sldIdLst>
        </p14:section>
        <p14:section name="Джерела біологічної небезпеки" id="{76b6c9d6-d22c-a723-d565-21624b9b1172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Міфи і факти" id="{2f817f18-1ce8-ac7d-656c-876fbecb77ce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Закріплення" id="{10f6fef4-d71a-a8f9-2f23-a43e6fc158c3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розрахована на 4 години (2 пари). Перша пара — поняття біобезпеки, її види і джерела небезпеки. Друга пара — біологічна зброя, біотероризм, ГМО.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Вислухайте різні версії.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визначення.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слайдах про антибіотикорезистентність.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Наголос на «майбутніх поколіннях» — деякі шкідливі впливи (наприклад, на гени) проявляються не одразу.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визначенням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Приклад чужорідних видів в Україні: амброзія, колорадський жук, борщівник Сосновського — завезені, не мають природних ворогів і завдають шкоди.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 для студентів без глибокої біологічної підготовки.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Сьогодні розглядаємо перші три джерела, наступної пари — біологічну зброю і біотероризм.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 термінів «епідемія» і «пандемія». «Пан» — усе, «демос» — народ.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Коротко. Детальніше студенти підготують самостійно (ДЗ з конспекту).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конспектом: мутації мікроорганізмів і вірусів, антибіотикорезистентність.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розминку №2. Важливо: антибіотики не діють на віруси (грип, застуда, COVID-19).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Свіжі дані. Порада студентам: антибіотики — лише за призначенням лікаря і повним курсом.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Практичний слайд: недотримання цих правил — одне з джерел біологічної небезпеки (за конспектом).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Історичний приклад аварії на біологічно небезпечному об'єкті. Місток до наступної пари (біологічна зброя).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Очікувані відповіді: спалах; можливі причини — неякісні продукти, порушення гігієни, брудна вода; дії — звернутися до лікаря, повідомити санітарну службу, закрити їдальню на перевірку, мити руки, ізолювати хворих; самолікування антибіотиками — помилка.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 першої пари.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безпека. Реалії та проблеми (частина 1)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безпека. Реалії та проблеми (частина 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 · ЧАСТИНА ПЕРША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безпека. Реалії та проблеми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Частина 1. Що таке біобезпека і звідки береться біологічна небезпека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спільного між пандемією COVID-19, забрудненою водою з-під крана і новим сортом картоплі?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1–2 хвилини. Спробуйте знайти те, що об'єднує всі три приклади.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їх об'єднує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вірус, який швидко поширився по всій планеті і загрожував здоров'ю мільйонів людей.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Забруднена вода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кишкових інфекцій і шкідливих речовин для організму.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сорт картоплі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його створили генною інженерією, треба перевірити, чи безпечний він для людини і природи.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це питання біологічної безпеки — захисту людини і природи від шкідливого біологічного впливу.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лікарі просять не пити антибіотики «про всяк випадок» і завжди допивати курс до кінця?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свою версію. Відповідь — у середині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біологічна безпека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середовища життєдіяльності людини, при якому немає негативного впливу біологічних, хімічних, фізичних чинників на людину — нині і в майбутніх поколіннях, і немає незворотного шкідливого впливу на біосферу, сільськогосподарські рослини і тварин.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Біобезпека — це коли довкілля не шкодить ні нам, ні нашим дітям, ні природі.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передбачає оптимальні умови життя, які виключають шкідливий вплив хвороботворних (патогенних) агентів на здоров'я населення.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і що захищає біобезпека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Людину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019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здоров'я, біологічну структуру і функції організму.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3665144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27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9748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Майбутні покоління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566160"/>
            <a:ext cx="2019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шкідливі впливи не передалися дітям і онукам.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6507328" y="1600200"/>
            <a:ext cx="868680" cy="8686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811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9748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Біосферу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566160"/>
            <a:ext cx="2019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 екосистеми, рослини і тварини.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4273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9349511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995" y="180868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9748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Сільське господарство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566160"/>
            <a:ext cx="201922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Культурні рослини і свійських тварин.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Звідки можуть виникати загрози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Забруднення природних ресурсів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Шкідливі речовини у воді, ґрунті, повітрі впливають на всі живі організми.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Генна інженерія і генна терапія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Втручання в генетичний матеріал без належного контролю може мати небажані наслідки.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Чужорідні форми життя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Проникнення в екосистему чужих організмів — з інших континентів або навіть космічного походження.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Біобезпека включає екологічну і генетичну безпеку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безпека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 стан довкілля, який запобігає погіршенню екологічної ситуації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виникненню небезпеки для здоров'я людини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чиста вода, повітря, безпечне поводження з відходами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3EEF5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Генетична безпека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Відсутність будь-якого неприродного впливу на геном людини і об'єктів біосфери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Відсутність неконтрольованого впливу на геном с/г рослин, тварин, промислових мікроорганізмів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 них не з'являлися негативні чи небажані властивості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Генетична безпека: простими словами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Геном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Уся спадкова інформація організму, записана в ДНК. Це «інструкція», за якою будується і працює кожна жива істота.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Генетична безпека — це захист цієї «інструкції» від неприродних і неконтрольованих змін.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кулінарну книгу, за якою готують у ресторані. Якщо хтось непомітно змінить у рецепті кілька слів — страва може стати несмачною або навіть отруйною.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зміни в геномі можуть дати організму небажані властивості — і передатися наступним поколінням.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джерела біологічної небезпеки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 епідемії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Мутації мікроорганізмів і вірусів, стійкість бактерій до антибіотиків.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Недотримання правил біобезпеки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побуті, медицині, лабораторіях.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Аварії і диверсії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біологічно небезпечних об'єктах: лабораторіях, виробництвах.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зброя і біотероризм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Навмисне використання збудників хвороб проти людей. Детально — на наступній парі.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спалаху до пандемії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Спалах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кілька випадків хвороби в одному місці: школа, село, гуртожиток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Епідемія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хвороба масово поширюється в місті, регіоні чи країні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Пандемія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епідемія охоплює багато країн і континентів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швидше збудник передається від людини до людини (особливо через повітря), то швидше спалах може перетворитися на пандемію.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Пандемії в історії людства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XIV ст.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«Чорна смерть» — чума забрала близько третини населення Європи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1918–1920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«іспанка» (грип) — десятки мільйонів загиблих у світі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2020–2023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— понад 7 млн підтверджених смертей, локдауни в усьому світі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Пандемії — не лише історія. Вони трапляються й сьогодні. Більше прикладів ви знайдете в домашньому завданні.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ВООЗ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віруси і бактерії стають небезпечнішими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Мутації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Віруси дуже швидко розмножуються і змінюються. Нові варіанти можуть обходити імунітет. Тому щеплення від грипу оновлюють щороку, а COVID-19 мав варіанти «Дельта», «Омікрон».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Швидке переміщення людей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добу людина може перелетіти на інший континент — разом з вірусом.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Стійкість до антибіотиків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«вчаться» виживати під дією ліків. Про це — на наступних слайдах.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виникає стійкість бактерій до антибіотиків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бактерій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них випадково є кілька трохи стійкіших до ліків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7642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3425114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Антибіотик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842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знищує більшість чутливих бактерій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1588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 перервали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11316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найстійкіші бактерії вижили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0589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8061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 «армія»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87789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розмножуються — і на них ліки вже не діють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Антибіотикорезистентність — стійкість бактерій до антибіотиків. Це відповідь на питання з початку лекції: антибіотики без потреби і недопитий курс «тренують» бактерії.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Антибіотикорезистентність у цифрах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 млн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смертей на рік у світі безпосередньо через стійкі до антибіотиків бактерії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39 млн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смертей можуть спричинити такі інфекції до 2050 року, якщо нічого не змінити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користі від антибіотиків при грипі і застуді — їх спричиняють віруси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ВООЗ називає антибіотикорезистентність однією з найбільших загроз для здоров'я людства.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GRAM, The Lancet, 2024; ВООЗ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біобезпеки в житті і в лабораторії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Гігієна рук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Мити руки з милом — найпростіший захист від інфекцій.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Вакцинація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Захищає не лише вас, а й тих, хто не може щепитися.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Безпечна їжа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Термічна обробка м'яса і яєць, чиста вода, не купувати продукти «з рук».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час епідемій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Маска, дистанція, залишатися вдома, якщо хворієте.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Лабораторії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Спецодяг, захисні бокси, знезараження, суворий контроль доступу. Найнебезпечніші збудники — лише в лабораторіях найвищого рівня захисту.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Ліки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Антибіотики — лише за призначенням лікаря і повним курсом.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Аварії на біологічно небезпечних об'єктах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Свердловськ, 1979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радянському місті Свердловськ (нині Єкатеринбург) з військової лабораторії, яка таємно працювала з біологічною зброєю, у повітря потрапили спори сибірської виразки.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Загинули щонайменше 66 людей. Влада СРСР роками приховувала правду і пояснювала все «зараженим м'ясом».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вчить цей випадок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Достатньо однієї помилки — наприклад, незамінений фільтр — щоб небезпечні мікроорганізми опинилися в довкіллі.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лабораторії, що працюють зі збудниками смертельних хвороб, ретельно охороняються і мають суворі правила.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випадок також показує, що заборону біологічної зброї порушували.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«Антибіотики допомагають вилікувати грип і застуду»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«Антибіотики допомагають вилікувати грип і застуду»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Грип і застуду спричиняють віруси, а антибіотики діють лише на бактерії. Прийом антибіотиків «про всяк випадок» не лікує, а лише сприяє появі стійких бактерій.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«Пандемії — це історія середньовіччя, сучасній медицині вони не загрожують»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«Пандемії — це історія середньовіччя, сучасній медицині вони не загрожують»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Пандемія COVID-19 (2020–2023) охопила весь світ. Віруси постійно мутують, а люди швидко переміщуються планетою, тому нові пандемії цілком можливі.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«Генетична безпека стосується лише людини»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«Генетична безпека стосується лише людини»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визначенням, генетична безпека — це відсутність неприродного впливу і на геном людини, і на геном об'єктів біосфери, сільськогосподарських рослин і тварин, промислових мікроорганізмів.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антибіотикорезистентність?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Алергія людини на антибіотики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Стійкість бактерій до дії антибіотиків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Здатність антибіотиків знищувати віруси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Вироблення антибіотиків організмом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антибіотикорезистентність?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Стійкість бактерій до дії антибіотиків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Резистентність — стійкість. Бактерії, які пережили дію антибіотика, розмножуються, і ліки на них уже не діють. Це одне з джерел біологічної небезпеки за конспектом.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спалах у гуртожитку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гуртожитку коледжу за два дні захворіли 15 студентів: висока температура, нудота, біль у животі.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вони обідали в одній їдальні. Деякі студенти вже самі купили антибіотики в аптеці «про всяк випадок».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спалах, епідемія чи пандемія? Чому?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правила біобезпеки могли бути порушені?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мають зробити студенти, адміністрація, їдальня? Чи правильно діють ті, хто п'є антибіотики самостійно?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7–10 хв, групи по 3–4 особи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Біологічна безпека — стан середовища, за якого немає шкідливого впливу на людину, майбутні покоління і біосферу.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Загрози: забруднення природних ресурсів, генна інженерія і генна терапія, чужорідні форми життя.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Біобезпека включає екологічну безпеку і генетичну безпеку.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Джерела небезпеки: епідемії (мутації, антибіотикорезистентність), недотримання правил, аварії і диверсії, біозброя.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Антибіотики не діють на віруси; приймати їх треба лише за призначенням лікаря і повним курсом.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Наступна пара: біологічна зброя, біотероризм і ГМО.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Найважливіше правило біобезпеки для мене —…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здивувало, 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краще розібратися в…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біологічна безпека, екологічна безпека, генетична безпека.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 історичні дані про епідемії та пандемії, що траплялися раніше.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Наведіть приклади літературних творів, у яких описано цей період.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Біологічна безпека. Реалії та проблеми (частина 1)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2026-10-03T13:27:32Z</dcterms:created>
  <dcterms:modified xsi:type="dcterms:W3CDTF">2026-10-03T13:27:32Z</dcterms:modified>
</cp:coreProperties>
</file>