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66d5a7e6-a978-4508-b0b2-de44532b87ee}">
          <p14:sldIdLst>
            <p14:sldId id="256"/>
            <p14:sldId id="257"/>
            <p14:sldId id="258"/>
            <p14:sldId id="259"/>
          </p14:sldIdLst>
        </p14:section>
        <p14:section name="Біосфера як система" id="{57ee036e-b158-6ef9-414b-d140da174a20}">
          <p14:sldIdLst>
            <p14:sldId id="260"/>
            <p14:sldId id="261"/>
            <p14:sldId id="262"/>
            <p14:sldId id="263"/>
            <p14:sldId id="264"/>
          </p14:sldIdLst>
        </p14:section>
        <p14:section name="Межі біосфери" id="{a83701d7-1f7e-356d-8571-fff9df94c600}">
          <p14:sldIdLst>
            <p14:sldId id="265"/>
            <p14:sldId id="266"/>
            <p14:sldId id="267"/>
            <p14:sldId id="268"/>
            <p14:sldId id="269"/>
          </p14:sldIdLst>
        </p14:section>
        <p14:section name="Роль живих організмів" id="{663ed963-f448-bb8f-1e1c-9f1d1364c612}">
          <p14:sldIdLst>
            <p14:sldId id="270"/>
            <p14:sldId id="271"/>
          </p14:sldIdLst>
        </p14:section>
        <p14:section name="Міфи і факти" id="{d8848216-6bda-ea28-e01e-a7b3cdfd1cca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Закріплення" id="{33f844f6-3816-4b53-6d8a-2720e6c45376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Тема — біосфера: що це, де її межі і чому її називають найвищим рівнем організації життя.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Не підказуйте. Вислухайте 3–5 думок. Відповідь —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головної ідеї лекції: живе і неживе на Землі пов'язані в одну систему.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Інтрига. Відповідь — на слайді «Перевіряємо ваші здогадки».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Пояснення назви теми. Біосфера — найвищий, найбільший рівень, який об'єднує всі інші.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Розберіть назви оболонок — студентам легше запам'ятати через переклад.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Приклади з конспекту. Висновок: оболонки об'єднуються в цілісну систему і створюють умови для життя на планеті.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Ключовий контраст: мало за масою — величезна роль.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Біосфера — найбільша екосистема, яка існує.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Що обмежує життя: вгорі — холод і ультрафіолет, внизу — щільність породи і температура.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Перші три цифри — з конспекту та підручника. Винятки, про які згадує конспект, — бактерії в глибоких шахтах.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Нехай пари назвуть, що потрібно для життя, і де все це є одночасно.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Висновок: межа оболонок — найкраще місце для життя.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Приклад з крейдою: крейда, якою пишемо на дошці, — рештки мікроскопічних морських організмів.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Глобальний біотичний кругообіг відбувається за участю всіх організмів планети.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Очікувані відповіді: 1 — так, мало життя (холод, вітер); 2 — ні, вище озонового екрану; 3 — так, багато (доходить світло, до 200 м); 4 — майже немає, лише винятки (нижня межа ~10 м); 5 — так, дуже багато (межа води і повітря, світло).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Біосфера Землі — найвищий рівень організації життя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9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Біосфера Землі — найвищий рівень організації життя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40916C">
              <a:alpha val="60000"/>
            </a:srgbClr>
          </a:solidFill>
          <a:ln w="12700">
            <a:solidFill>
              <a:srgbClr val="40916C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Біосфера Землі — найвищий рівень організації життя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оболонки Землі і живі організми утворюють єдину систему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2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Уявіть, що на Землі зникло все живе. Чи змінилися б повітря, вода і ґрунт? Як саме?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1–2 хвилини і скажіть свою думку. Правильних варіантів може бути багато.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Земля без життя була б зовсім іншою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Повітря: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рослин і водоростей поступово зник би кисень — його виробляють живі організми.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Ґрунт: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бактерій, грибів, черв'яків і рослин ґрунту не було б — лише пісок і каміння.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змінився б склад морів і океанів — його теж підтримують живі організми.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живі організми впливають на всі оболонки Землі. Разом з ними вони утворюють біосферу.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ви думаєте: як високо в повітрі і як глибоко під землею можна знайти живі організми?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Запишіть свої числа (у метрах або кілометрах). Перевіримо в середині лекції.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Рівні організації життя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наступний рівень складається з попередніх. Біосфера — найвищий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05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Молекулярний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94760"/>
            <a:ext cx="12867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ДНК, білки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118817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2466289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9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2466289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54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57729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Клітинний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576017" y="3794760"/>
            <a:ext cx="12867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клітина — найменша жива одиниця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03646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4383938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9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4383938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40916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703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475378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Організмовий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493666" y="3794760"/>
            <a:ext cx="12867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окрема рослина, тварина, людина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95411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6301588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9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6301588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352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93028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Популяційно-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видовий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411316" y="3794760"/>
            <a:ext cx="12867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особини одного виду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871765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8" name="Shape 22"/>
          <p:cNvSpPr/>
          <p:nvPr/>
        </p:nvSpPr>
        <p:spPr>
          <a:xfrm>
            <a:off x="8219237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9F5EE"/>
          </a:solidFill>
          <a:ln/>
        </p:spPr>
      </p:sp>
      <p:sp>
        <p:nvSpPr>
          <p:cNvPr id="29" name="Shape 23"/>
          <p:cNvSpPr/>
          <p:nvPr/>
        </p:nvSpPr>
        <p:spPr>
          <a:xfrm>
            <a:off x="8219237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8001" y="2167128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310677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Екосистемний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8328965" y="3794760"/>
            <a:ext cx="12867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ліс, озеро, луг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9789414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34" name="Shape 27"/>
          <p:cNvSpPr/>
          <p:nvPr/>
        </p:nvSpPr>
        <p:spPr>
          <a:xfrm>
            <a:off x="10136886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9F5EE"/>
          </a:solidFill>
          <a:ln/>
        </p:spPr>
      </p:sp>
      <p:sp>
        <p:nvSpPr>
          <p:cNvPr id="35" name="Shape 28"/>
          <p:cNvSpPr/>
          <p:nvPr/>
        </p:nvSpPr>
        <p:spPr>
          <a:xfrm>
            <a:off x="10136886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5651" y="2167128"/>
            <a:ext cx="548640" cy="54864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228326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Біосферний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10246614" y="3794760"/>
            <a:ext cx="12867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усе життя Землі разом з оболонками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Простий образ: літера → слово → речення → абзац → розділ → книга. Біосфера — це вся «книга життя» Землі.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утворилися оболонки Землі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817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Гаряча Земля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Земля виникла багато мільярдів років тому і спочатку була гарячою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077642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3425114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91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16554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Охолодження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34842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плином часу планета охолола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95411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6301588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765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93028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оболонки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411316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утворилися літосфера (тверда), гідросфера (водна), атмосфера (повітряна)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830589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1" name="Shape 16"/>
          <p:cNvSpPr/>
          <p:nvPr/>
        </p:nvSpPr>
        <p:spPr>
          <a:xfrm>
            <a:off x="9178061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1B433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238" y="1618488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69501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Біосфера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9287789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з'явилося життя і почало змінювати всі оболонки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«Літос» — камінь, «гідро» — вода, «атмос» — пара, «біос» — життя. «Сфера» — оболонка, куля.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Оболонки Землі тісно пов'язані між собою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Течії → повітря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Теплі течії зігрівають атмосферу там, де протікають, а холодні — охолоджують.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 → атмосфера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вигляді пари і хмар вода постійно є в атмосфері.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Рельєф → річки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рельєфу залежить швидкість течії річок: у горах швидко, на рівнині повільно.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Вулкани → повітря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час виверження в повітря потрапляють гази і вулканічний попіл.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Вітер → течії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вітру залежить напрямок морських течій.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Живе → усе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Живі організми теж впливають на всі оболонки Землі.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 речовина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 речовина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Сукупність усіх живих організмів на Землі (термін В. І. Вернадського).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масою вона становить лише близько 0,01 % маси земної кори, але відіграє провідну роль у процесах на планеті.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дріжджі в тісті: їх зовсім трохи, але саме вони змушують усе тісто піднятися.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і живих організмів мало порівняно з масою Землі, але саме вони створили кисень у повітрі, ґрунт під ногами, вапняк і крейду.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біосфера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Глобальна екологічна система, межі якої визначені життєдіяльністю організмів.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Тобто біосфера — це та частина оболонок Землі, де є життя і яку живе змінило.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«Біо» — життя, «сфера» — оболонка. «Оболонка життя».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Біосфера охоплює: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нижню частину атмосфери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всю гідросферу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верхню частину літосфери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Межі біосфери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Верхня межа — в атмосфері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є лише до озонового екрану. Вище низькі температури й ультрафіолет згубні для живих істот. На висоті 20–25 км трапляються лише спори грибів і бактерії.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Гідросфера — заселена повністю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Організми живуть від поверхні до найглибшого дна. Але найбільша різноманітність — у товщі води, куди проникає сонячне проміння.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Нижня межа — в літосфері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Нижче 0,5–2 м кількість організмів швидко зменшується. На глибині 10 м їх уже майже немає: заважають щільність середовища і висока температура. Але бувають винятки.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Перевіряємо ваші здогадки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20–25 км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такій висоті в атмосфері ще трапляються спори грибів і бактерії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90824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73704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11 км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619424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найглибше місце океану — Маріанська западина. І там є життя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3008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5888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10 м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ґрунті й породах — тут закінчується більшість життя суші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75191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58071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кілька км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303791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винятки: окремі бактерії знаходили глибоко в шахтах і свердловинах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був найближче? Межі біосфери визначають умови, за яких організми можуть вижити.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життя найбільше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Найсприятливіші умови — на межі атмосфери, гідросфери і літосфери</a:t>
            </a:r>
            <a:endParaRPr lang="en-US" sz="1700" dirty="0"/>
          </a:p>
        </p:txBody>
      </p:sp>
      <p:sp>
        <p:nvSpPr>
          <p:cNvPr id="4" name="card"/>
          <p:cNvSpPr/>
          <p:nvPr/>
        </p:nvSpPr>
        <p:spPr>
          <a:xfrm>
            <a:off x="548640" y="1965960"/>
            <a:ext cx="3515258" cy="420624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22960" y="2240280"/>
            <a:ext cx="868680" cy="868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44876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33756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Поверхня суходолу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06240"/>
            <a:ext cx="29666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Ґрунт, ліси, луги: є повітря, вода, світло і поживні речовини.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338218" y="1965960"/>
            <a:ext cx="3515258" cy="420624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0" name="icon-circle"/>
          <p:cNvSpPr/>
          <p:nvPr/>
        </p:nvSpPr>
        <p:spPr>
          <a:xfrm>
            <a:off x="4612538" y="224028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244876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333756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Поверхня океану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4206240"/>
            <a:ext cx="29666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Сюди доходить сонячне світло — тут живуть водорості і безліч тварин.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8127797" y="1965960"/>
            <a:ext cx="3515258" cy="420624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5" name="icon-circle"/>
          <p:cNvSpPr/>
          <p:nvPr/>
        </p:nvSpPr>
        <p:spPr>
          <a:xfrm>
            <a:off x="8402117" y="224028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44876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333756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Дно до глибини 200 м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4206240"/>
            <a:ext cx="29666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Мілководдя, куди ще надходять сонячні промені.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ПРОБЛЕМНЕ ПИТАННЯ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найбільше живих організмів саме там, де стикаються повітря, вода і земля?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Обговоріть у парах 2 хвилини. Подумайте: що потрібно живому для життя?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Життю потрібне все одразу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фотосинтезу рослин і водоростей. Глибоко під землею і в глибинах океану його немає.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неї не відбувається жоден процес у клітині.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Повітря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кисень для дихання і вуглекислий газ для фотосинтезу.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Поживні речовини і тепло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дають ґрунт і літосфера. На межі оболонок є все це разом.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живі організми змінюють оболонки Землі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Атмосфера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Діяльність організмів визначає склад атмосфери. Наприклад, кисень у повітрі — результат фотосинтезу рослин і водоростей.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Ґрунти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Організми визначають склад і структуру ґрунтів. Ґрунт утворюють рослини, бактерії, гриби, черв'яки разом з гірською породою.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Гідросфера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Організми визначають склад багатьох речовин у воді. З черепашок морських організмів утворилися вапняк і крейда.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Головна функція біосфери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Кругообіг речовин і енергії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Головна функція біосфери — здійснення кругообігу речовин і енергії.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Завдяки обміну речовин, розмноженню і розселенню живі організми спричиняють біогенну міграцію атомів. За час існування біосфери атоми більшості елементів багато разів пройшли через тіла живих організмів.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Цікаво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Атоми у вашому тілі дуже «старі». Можливо, деякі з них колись були в листку стародавньої папороті, у мамонті чи в динозаврі.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Природа нічого не викидає: усе знову й знову використовується.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«Живих організмів на Землі так багато, що вони становлять значну частину маси планети»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«Живих організмів на Землі так багато, що вони становлять значну частину маси планети»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 речовина — лише близько 0,01 % маси земної кори. Але, попри малу масу, саме вона відіграє провідну роль: змінює склад повітря, води і ґрунту.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«Живі організми можна знайти скрізь в атмосфері — аж до космосу»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«Живі організми можна знайти скрізь в атмосфері — аж до космосу»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Верхня межа біосфери — озоновий екран. Вище низькі температури й ультрафіолетове випромінювання згубні для живих істот. На висоті 20–25 км трапляються лише спори і бактерії.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«Кисень у повітрі, яким ми дихаємо, створили живі організми»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40916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«Кисень у повітрі, яким ми дихаємо, створили живі організми»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E9F5EE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Кисень в атмосфері з'явився завдяки фотосинтезу — спочатку бактерій і водоростей, потім рослин. Діяльність організмів визначає склад атмосфери.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верхня межа біосфери проходить на рівні озонового екрану?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закінчується повітря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Вище — низькі температури й ультрафіолет, згубні для живого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дуже висока температура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Птахи не можуть літати вище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верхня межа біосфери — озоновий екран?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Вище — низькі температури й ультрафіолет, згубні для живого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Озоновий шар затримує більшу частину ультрафіолету Сонця. Вище нього живі клітини гинуть. Тому озоновий шар — «парасолька» біосфери.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Завдання: експедиція по біосфері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2885"/>
            </a:avLst>
          </a:prstGeom>
          <a:solidFill>
            <a:srgbClr val="E3EEF5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8324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Ситуація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 група — науковці. Ви отримали «квиток» в одне з місць: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вершина Говерли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стратосфера на висоті 30 км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дно Чорного моря на глибині 50 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кар'єр на глибині 300 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поверхня Дніпра влітку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1371600"/>
            <a:ext cx="5059375" cy="4754880"/>
          </a:xfrm>
          <a:prstGeom prst="roundRect">
            <a:avLst>
              <a:gd name="adj" fmla="val 2885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03720" y="16459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завдання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286000"/>
            <a:ext cx="44192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належить ваше місце до біосфери?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оболонка Землі там переважає?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 там життя чи мало? Чому? Які умови заважають або допомагають?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54406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7–10 хв, групи по 3–4 особи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35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Біосфера — глобальна екологічна система, межі якої визначені життєдіяльністю організмів. Це найвищий рівень організації життя.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460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25552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Оболонки Землі — літосфера, гідросфера, атмосфера — тісно пов'язані і утворюють цілісну систему.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385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04800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 речовина — усі живі організми (Вернадський). Лише ≈ 0,01 % маси земної кори, але провідна роль.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3098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384048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Межі: в атмосфері — до озонового екрану (20–25 км), гідросфера — повністю, у літосфері — кілька метрів.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2346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463296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Найбільше життя — на межі оболонок: поверхня суші, поверхня океану, дно до 200 м.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15940"/>
            <a:ext cx="411480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34440" y="54254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Головна функція біосфери — кругообіг речовин і енергії.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мене найбільше здивувало…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можу пояснити другові, що таке біосфера, так:…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ще не до кінця розумію…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конспект. Знайте визначення: біосфера, жива речовина, межі біосфери.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Намалюйте схему «Межі біосфери»: атмосфера, гідросфера, літосфера і де в них є життя.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Наведіть 3 приклади того, як живі організми змінюють оболонки Землі.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F2A24"/>
      </a:dk1>
      <a:lt1>
        <a:srgbClr val="FFFFFF"/>
      </a:lt1>
      <a:dk2>
        <a:srgbClr val="1B4332"/>
      </a:dk2>
      <a:lt2>
        <a:srgbClr val="E9F5EE"/>
      </a:lt2>
      <a:accent1>
        <a:srgbClr val="2D6A4F"/>
      </a:accent1>
      <a:accent2>
        <a:srgbClr val="95D5B2"/>
      </a:accent2>
      <a:accent3>
        <a:srgbClr val="F4A261"/>
      </a:accent3>
      <a:accent4>
        <a:srgbClr val="E76F51"/>
      </a:accent4>
      <a:accent5>
        <a:srgbClr val="457B9D"/>
      </a:accent5>
      <a:accent6>
        <a:srgbClr val="40916C"/>
      </a:accent6>
      <a:hlink>
        <a:srgbClr val="457B9D"/>
      </a:hlink>
      <a:folHlink>
        <a:srgbClr val="2D6A4F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Біосфера Землі — найвищий рівень організації життя</dc:title>
  <dc:subject>Природничі науки, 2 курс</dc:subject>
  <dc:creator>Баталова Т. П.</dc:creator>
  <cp:lastModifiedBy>Баталова Т. П.</cp:lastModifiedBy>
  <cp:revision>1</cp:revision>
  <dcterms:created xsi:type="dcterms:W3CDTF">2026-10-03T13:27:13Z</dcterms:created>
  <dcterms:modified xsi:type="dcterms:W3CDTF">2026-10-03T13:27:13Z</dcterms:modified>
</cp:coreProperties>
</file>